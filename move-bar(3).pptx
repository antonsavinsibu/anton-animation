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1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2B37-6C8D-FD09-1567-4DC9EC0A6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29A-5E7B-9800-CD22-390C0E75E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7E1E1-99D9-1C27-6CC0-8A599CA7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38236-8EA4-1ACB-2EFF-91C0DB70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3266-1B71-4B4F-AECC-9A2EAD96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43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22D4-66BF-0249-6561-2C903862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4CBC-60C0-2CC3-13BA-1CCB290B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C7655-2C03-15B3-3B5D-905DB154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5EA1D-BA9C-BDAE-3C5E-2586DB97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9E29B-33C8-8BB7-4A21-F4701B2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8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2566-B68C-550C-005C-DC0A83EC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565CE-ADD2-0CF2-DF8E-CAA1D5B0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184A-DCD5-A789-9CB0-BF013EBF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2B68E-7204-DA49-A8AA-BD4DDCD1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541-F678-141C-A1A2-28A6A1D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7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C1D-777C-DF62-E789-65F6A487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1443-A7C5-FD68-1BF7-9379DF8CC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B739E-5967-B619-8003-88D01119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4AC54-0DDE-B0DC-D6FF-AC260CA9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863D4-00F2-0612-B049-5F9B68F6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EB09-1794-59EF-042B-35DA9E68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6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7916-88BF-36BD-EFA9-15ED4443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DCB9B-7F34-38D3-2281-1ACAE52F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245DF-126D-A4B7-A51D-239F2730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DE95B-B723-9E2F-F6A8-3FB62D34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CD64E-A315-CDEA-A3BE-DE527774D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425CB-DB30-F4E8-B3F5-06587359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478FF-4707-9A58-2FF7-4754461E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43514-AB98-B03E-4A7F-FF5477F7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6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9BAF-52FF-DAF5-5933-0DF9D0A9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19C78-517F-1F34-33DF-00410D0F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D717A-6759-6754-8D54-D3F8F53A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DA7EA-0F60-218D-88BF-6D34AC6A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9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7F94B-B676-E1DD-08CE-F7366208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3DFE1-4F6A-F9FD-944A-E90A9466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169EC-EEBC-B090-CD6A-626EC179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9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C2BE-EBCE-2515-64F5-C8204120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9638-C6E0-415B-24A2-F880FFDE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5D6A7-B6C4-A362-F602-241788AAE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D6365-35C6-BD02-140A-8FED2CBC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CC514-5310-9AFB-56F6-6DE46247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99876-1FE8-EE63-1B77-19818619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8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93BA-E006-8E7E-A301-CB6EFF0D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A3BD6-C995-1EC5-FC4D-57FC64721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88F84-19FF-A953-D769-DA4F6B4C4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1FB21-FB72-6B2B-CCC0-9C625FBA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11594-5C09-D45E-04B4-EB1D60D4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89C35-615F-857A-40E3-65705372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208D-5A84-1D96-159E-3BA8001E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2BF99-11BD-A3C3-7561-0371F528B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068E-2783-1F20-E165-0E9CC1EB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4527-1F44-1934-7514-172F42F8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15168-AC73-5050-2E14-17B0EDC6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3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E5EDB-1445-48BD-7477-C676FDB3F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EACA3-B173-73F6-243D-6ADA9B98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2845D-DDEA-B6CA-CB11-9387DAD4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5673-A283-F60D-B126-8C4C34F2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1E77-64A8-FD38-8E5D-7FBF0C2E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8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5DB3B-C7DC-E36F-F221-6BB7EFEF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B899-4D45-26EB-C102-C8FD3F946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3D93-72BB-CE0E-FB06-9E1774F7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304D-BC54-1D82-1FAF-F2D40F8D4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757E3-00D0-5F70-645A-69718B963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4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60DFC-D3EF-96DD-1B59-F4E327D4A381}"/>
              </a:ext>
            </a:extLst>
          </p:cNvPr>
          <p:cNvSpPr/>
          <p:nvPr/>
        </p:nvSpPr>
        <p:spPr>
          <a:xfrm>
            <a:off x="9057327" y="3075057"/>
            <a:ext cx="2750107" cy="35204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FF10D-5DEF-4A0A-FA8B-8021F4755162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084D9-DAE7-942B-CC49-05F124C1CCAA}"/>
              </a:ext>
            </a:extLst>
          </p:cNvPr>
          <p:cNvSpPr txBox="1"/>
          <p:nvPr/>
        </p:nvSpPr>
        <p:spPr>
          <a:xfrm>
            <a:off x="10080362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85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43A3C-8EBF-202D-65F5-3B1F73C3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2E86CF-4A1F-FA89-9FF5-9060FADF7EC5}"/>
              </a:ext>
            </a:extLst>
          </p:cNvPr>
          <p:cNvSpPr/>
          <p:nvPr/>
        </p:nvSpPr>
        <p:spPr>
          <a:xfrm>
            <a:off x="4720945" y="3075057"/>
            <a:ext cx="2750107" cy="35204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BD721-8F6D-A727-005F-850DE702A668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8D49B-F498-5935-7FF6-5BB6F0F33777}"/>
              </a:ext>
            </a:extLst>
          </p:cNvPr>
          <p:cNvSpPr txBox="1"/>
          <p:nvPr/>
        </p:nvSpPr>
        <p:spPr>
          <a:xfrm>
            <a:off x="5743980" y="300412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32356-B675-EE57-C2F5-E98EA6A56823}"/>
              </a:ext>
            </a:extLst>
          </p:cNvPr>
          <p:cNvSpPr txBox="1"/>
          <p:nvPr/>
        </p:nvSpPr>
        <p:spPr>
          <a:xfrm>
            <a:off x="10080362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68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DF255-B940-D351-38E5-6864EAD9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02DA6C-09D4-ED75-F2B4-E6FA94612C41}"/>
              </a:ext>
            </a:extLst>
          </p:cNvPr>
          <p:cNvSpPr/>
          <p:nvPr/>
        </p:nvSpPr>
        <p:spPr>
          <a:xfrm>
            <a:off x="431301" y="3075057"/>
            <a:ext cx="2750107" cy="3520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D757C-8F1A-E949-29B5-6018714946CA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9C4CE-B8E4-A1CF-5748-318CB673F118}"/>
              </a:ext>
            </a:extLst>
          </p:cNvPr>
          <p:cNvSpPr txBox="1"/>
          <p:nvPr/>
        </p:nvSpPr>
        <p:spPr>
          <a:xfrm>
            <a:off x="5743980" y="300412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DD60E-C255-4B99-1648-70C09A594B69}"/>
              </a:ext>
            </a:extLst>
          </p:cNvPr>
          <p:cNvSpPr txBox="1"/>
          <p:nvPr/>
        </p:nvSpPr>
        <p:spPr>
          <a:xfrm>
            <a:off x="10080362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DBD3A-D83F-32E6-34D1-BE59BDE2D877}"/>
              </a:ext>
            </a:extLst>
          </p:cNvPr>
          <p:cNvSpPr txBox="1"/>
          <p:nvPr/>
        </p:nvSpPr>
        <p:spPr>
          <a:xfrm>
            <a:off x="1407598" y="307505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01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82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2</cp:revision>
  <dcterms:created xsi:type="dcterms:W3CDTF">2026-08-13T12:57:00Z</dcterms:created>
  <dcterms:modified xsi:type="dcterms:W3CDTF">2026-08-18T15:09:20Z</dcterms:modified>
</cp:coreProperties>
</file>