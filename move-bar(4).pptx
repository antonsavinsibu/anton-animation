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2B37-6C8D-FD09-1567-4DC9EC0A6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6129A-5E7B-9800-CD22-390C0E75E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7E1E1-99D9-1C27-6CC0-8A599CA7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38236-8EA4-1ACB-2EFF-91C0DB70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3266-1B71-4B4F-AECC-9A2EAD96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43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22D4-66BF-0249-6561-2C903862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94CBC-60C0-2CC3-13BA-1CCB290B2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C7655-2C03-15B3-3B5D-905DB154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5EA1D-BA9C-BDAE-3C5E-2586DB97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9E29B-33C8-8BB7-4A21-F4701B23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18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2566-B68C-550C-005C-DC0A83EC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565CE-ADD2-0CF2-DF8E-CAA1D5B03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184A-DCD5-A789-9CB0-BF013EBF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2B68E-7204-DA49-A8AA-BD4DDCD1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541-F678-141C-A1A2-28A6A1DF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74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EC1D-777C-DF62-E789-65F6A487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E1443-A7C5-FD68-1BF7-9379DF8CC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B739E-5967-B619-8003-88D011193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4AC54-0DDE-B0DC-D6FF-AC260CA9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863D4-00F2-0612-B049-5F9B68F6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3EB09-1794-59EF-042B-35DA9E68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68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7916-88BF-36BD-EFA9-15ED4443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DCB9B-7F34-38D3-2281-1ACAE52F6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245DF-126D-A4B7-A51D-239F2730B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BDE95B-B723-9E2F-F6A8-3FB62D34C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CD64E-A315-CDEA-A3BE-DE527774D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425CB-DB30-F4E8-B3F5-06587359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478FF-4707-9A58-2FF7-4754461E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43514-AB98-B03E-4A7F-FF5477F7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6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9BAF-52FF-DAF5-5933-0DF9D0A9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19C78-517F-1F34-33DF-00410D0F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D717A-6759-6754-8D54-D3F8F53A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DA7EA-0F60-218D-88BF-6D34AC6A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09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7F94B-B676-E1DD-08CE-F7366208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3DFE1-4F6A-F9FD-944A-E90A9466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169EC-EEBC-B090-CD6A-626EC179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49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C2BE-EBCE-2515-64F5-C8204120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9638-C6E0-415B-24A2-F880FFDE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5D6A7-B6C4-A362-F602-241788AAE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D6365-35C6-BD02-140A-8FED2CBC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CC514-5310-9AFB-56F6-6DE46247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99876-1FE8-EE63-1B77-19818619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8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93BA-E006-8E7E-A301-CB6EFF0D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A3BD6-C995-1EC5-FC4D-57FC64721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88F84-19FF-A953-D769-DA4F6B4C4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1FB21-FB72-6B2B-CCC0-9C625FBA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11594-5C09-D45E-04B4-EB1D60D4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89C35-615F-857A-40E3-65705372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66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208D-5A84-1D96-159E-3BA8001E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2BF99-11BD-A3C3-7561-0371F528B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068E-2783-1F20-E165-0E9CC1EB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4527-1F44-1934-7514-172F42F8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15168-AC73-5050-2E14-17B0EDC6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03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0E5EDB-1445-48BD-7477-C676FDB3F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EACA3-B173-73F6-243D-6ADA9B981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2845D-DDEA-B6CA-CB11-9387DAD49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85673-A283-F60D-B126-8C4C34F2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11E77-64A8-FD38-8E5D-7FBF0C2E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8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5DB3B-C7DC-E36F-F221-6BB7EFEF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2B899-4D45-26EB-C102-C8FD3F946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3D93-72BB-CE0E-FB06-9E1774F7E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B6A8C-3078-4DED-A0C9-255573FB1A4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304D-BC54-1D82-1FAF-F2D40F8D4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757E3-00D0-5F70-645A-69718B963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34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389D2-5350-6FD9-40B7-B4B8D871E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2515D78-97FD-2DA8-4686-3DFC59082D42}"/>
              </a:ext>
            </a:extLst>
          </p:cNvPr>
          <p:cNvSpPr/>
          <p:nvPr/>
        </p:nvSpPr>
        <p:spPr>
          <a:xfrm>
            <a:off x="8732667" y="3068586"/>
            <a:ext cx="2093878" cy="35204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DF89E-E11B-C16D-1FE1-043BA90D259D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ECF5B-6B42-27B9-B105-EE13FE47C4C7}"/>
              </a:ext>
            </a:extLst>
          </p:cNvPr>
          <p:cNvSpPr txBox="1"/>
          <p:nvPr/>
        </p:nvSpPr>
        <p:spPr>
          <a:xfrm>
            <a:off x="8732667" y="3068586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04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815ED-A496-2519-9220-DFC4FDDDBD4D}"/>
              </a:ext>
            </a:extLst>
          </p:cNvPr>
          <p:cNvSpPr txBox="1"/>
          <p:nvPr/>
        </p:nvSpPr>
        <p:spPr>
          <a:xfrm>
            <a:off x="4160569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02</a:t>
            </a:r>
            <a:endParaRPr lang="en-IN" sz="4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4802-EF24-D293-DBA9-6AB076C79B2C}"/>
              </a:ext>
            </a:extLst>
          </p:cNvPr>
          <p:cNvSpPr txBox="1"/>
          <p:nvPr/>
        </p:nvSpPr>
        <p:spPr>
          <a:xfrm>
            <a:off x="6446618" y="3068586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03</a:t>
            </a:r>
            <a:endParaRPr lang="en-IN" sz="4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461964-55BF-F302-5126-85A30A80E476}"/>
              </a:ext>
            </a:extLst>
          </p:cNvPr>
          <p:cNvSpPr txBox="1"/>
          <p:nvPr/>
        </p:nvSpPr>
        <p:spPr>
          <a:xfrm>
            <a:off x="1874520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01</a:t>
            </a:r>
            <a:endParaRPr lang="en-IN" sz="4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574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A5320-561A-8BB4-A399-17F9C5913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0A5DA3-00F4-D038-37E4-354FB89AC606}"/>
              </a:ext>
            </a:extLst>
          </p:cNvPr>
          <p:cNvSpPr/>
          <p:nvPr/>
        </p:nvSpPr>
        <p:spPr>
          <a:xfrm>
            <a:off x="6370038" y="3068586"/>
            <a:ext cx="2093878" cy="35204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614F4-F54B-BEE2-B571-7FE5A110CD4D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7C760-0D68-E7DB-3F12-5E24774E5F2B}"/>
              </a:ext>
            </a:extLst>
          </p:cNvPr>
          <p:cNvSpPr txBox="1"/>
          <p:nvPr/>
        </p:nvSpPr>
        <p:spPr>
          <a:xfrm>
            <a:off x="8732667" y="3068586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04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9A0C5-4C30-CA4B-A514-8345E7AEDC73}"/>
              </a:ext>
            </a:extLst>
          </p:cNvPr>
          <p:cNvSpPr txBox="1"/>
          <p:nvPr/>
        </p:nvSpPr>
        <p:spPr>
          <a:xfrm>
            <a:off x="4160569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B27CF5-B964-0B7F-6DFE-3AD536AD0D95}"/>
              </a:ext>
            </a:extLst>
          </p:cNvPr>
          <p:cNvSpPr txBox="1"/>
          <p:nvPr/>
        </p:nvSpPr>
        <p:spPr>
          <a:xfrm>
            <a:off x="6446618" y="3068586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03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BEE9E8-02C3-9A0B-DD9A-FA3FE3F38E55}"/>
              </a:ext>
            </a:extLst>
          </p:cNvPr>
          <p:cNvSpPr txBox="1"/>
          <p:nvPr/>
        </p:nvSpPr>
        <p:spPr>
          <a:xfrm>
            <a:off x="1874520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01</a:t>
            </a:r>
            <a:endParaRPr lang="en-IN" sz="4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178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10619-0C71-3256-97BD-ADEA299F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F78D6A6-D87E-ACFA-2A98-73FE70ECB940}"/>
              </a:ext>
            </a:extLst>
          </p:cNvPr>
          <p:cNvSpPr/>
          <p:nvPr/>
        </p:nvSpPr>
        <p:spPr>
          <a:xfrm>
            <a:off x="4008625" y="3068586"/>
            <a:ext cx="2093878" cy="35204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FDA2B-89A4-4A95-8C64-18693AF02E52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B81DD-D9CA-FFC9-72AB-3B155AFB3016}"/>
              </a:ext>
            </a:extLst>
          </p:cNvPr>
          <p:cNvSpPr txBox="1"/>
          <p:nvPr/>
        </p:nvSpPr>
        <p:spPr>
          <a:xfrm>
            <a:off x="8732667" y="3068586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04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47E8F-D18E-B63D-9FCC-8C48391914E3}"/>
              </a:ext>
            </a:extLst>
          </p:cNvPr>
          <p:cNvSpPr txBox="1"/>
          <p:nvPr/>
        </p:nvSpPr>
        <p:spPr>
          <a:xfrm>
            <a:off x="4160569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02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E6BE8-156C-0812-A610-4CB17ED49362}"/>
              </a:ext>
            </a:extLst>
          </p:cNvPr>
          <p:cNvSpPr txBox="1"/>
          <p:nvPr/>
        </p:nvSpPr>
        <p:spPr>
          <a:xfrm>
            <a:off x="6446618" y="3068586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03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5EDF7-2C81-5F28-8CA6-E73281802193}"/>
              </a:ext>
            </a:extLst>
          </p:cNvPr>
          <p:cNvSpPr txBox="1"/>
          <p:nvPr/>
        </p:nvSpPr>
        <p:spPr>
          <a:xfrm>
            <a:off x="1874520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01</a:t>
            </a:r>
            <a:endParaRPr lang="en-IN" sz="4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3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060DFC-D3EF-96DD-1B59-F4E327D4A381}"/>
              </a:ext>
            </a:extLst>
          </p:cNvPr>
          <p:cNvSpPr/>
          <p:nvPr/>
        </p:nvSpPr>
        <p:spPr>
          <a:xfrm>
            <a:off x="1647212" y="3068586"/>
            <a:ext cx="2093878" cy="35204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FF10D-5DEF-4A0A-FA8B-8021F4755162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E49C29-6CD7-2641-D500-7C1D991C1D8C}"/>
              </a:ext>
            </a:extLst>
          </p:cNvPr>
          <p:cNvSpPr txBox="1"/>
          <p:nvPr/>
        </p:nvSpPr>
        <p:spPr>
          <a:xfrm>
            <a:off x="8732667" y="3068586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04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91D58-9490-7C08-7F83-F284E8425DA4}"/>
              </a:ext>
            </a:extLst>
          </p:cNvPr>
          <p:cNvSpPr txBox="1"/>
          <p:nvPr/>
        </p:nvSpPr>
        <p:spPr>
          <a:xfrm>
            <a:off x="4160569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02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084D9-DAE7-942B-CC49-05F124C1CCAA}"/>
              </a:ext>
            </a:extLst>
          </p:cNvPr>
          <p:cNvSpPr txBox="1"/>
          <p:nvPr/>
        </p:nvSpPr>
        <p:spPr>
          <a:xfrm>
            <a:off x="6446618" y="3068586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03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C3FA8-D27B-9880-9D91-5703DEA1FDF0}"/>
              </a:ext>
            </a:extLst>
          </p:cNvPr>
          <p:cNvSpPr txBox="1"/>
          <p:nvPr/>
        </p:nvSpPr>
        <p:spPr>
          <a:xfrm>
            <a:off x="1874520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01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885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1</cp:revision>
  <dcterms:created xsi:type="dcterms:W3CDTF">2026-08-13T12:57:00Z</dcterms:created>
  <dcterms:modified xsi:type="dcterms:W3CDTF">2026-08-13T13:04:40Z</dcterms:modified>
</cp:coreProperties>
</file>