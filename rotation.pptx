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12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CF31A-3284-3A4A-0E52-EA6E124CF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7DE9BE-0051-18C5-DF4D-E0B8867AB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CAE92-E92F-3940-2129-F6A624728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2D328-60E5-4360-85CC-CCBA5C85235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5EA0F-9C83-ADD3-BFDD-CC94E07DC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9DB8D-CBFE-4E8D-2A67-D59F2759C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811B-255E-4E37-BD48-D4D907843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89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9EB9D-4F00-E725-C18A-D129CEE37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7C97F-31D1-24ED-BACB-AD58593EE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0FB4A-0E1B-48F0-36C8-1C811224A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2D328-60E5-4360-85CC-CCBA5C85235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55CBD-CC57-7CB5-B291-B9BAF2054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D5803-1BA5-54D9-BB8D-BC8126F4E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811B-255E-4E37-BD48-D4D907843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425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A02CB-8475-B020-7232-E2BEB27E7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20A350-A52E-2158-1B34-2886CACFA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1726D-2237-2D89-339C-4800D5429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2D328-60E5-4360-85CC-CCBA5C85235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C75E9-1EF0-D9FD-22A4-65EE66565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93EAA-E88D-D8FD-6136-2BC1A5F6B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811B-255E-4E37-BD48-D4D907843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563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2B4AE-2566-8004-AD0B-3C5CB7869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A60C4-2FFB-7DE3-E1F2-C34CB27A1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2D7227-A8D2-F6BA-8277-E428074DD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66249-2870-6227-04E1-BA72DB31D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2D328-60E5-4360-85CC-CCBA5C85235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75EFE-04EC-CDDF-B19B-04FE187EA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970109-D33B-ED61-46E4-BDEE14A40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811B-255E-4E37-BD48-D4D907843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290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FB1FB-6D74-F8A4-C45E-684E89517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A4F72-B396-1DE1-7B13-C805AEC12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294E5-032E-0B10-CA9A-E3614718B6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D971AF-5EAA-9098-D570-EF972FE523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FB1FC6-B34E-2335-017A-F511966F6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A33750-6165-BD34-A953-4432861DE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2D328-60E5-4360-85CC-CCBA5C85235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38E797-3006-92A6-6B28-171EBB28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ECEA81-6F45-E50C-A49F-76BB287FE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811B-255E-4E37-BD48-D4D907843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864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B9578-655A-C289-C1C0-F3AA48380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B29B20-9725-5C6B-3ECE-04FC3F27A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2D328-60E5-4360-85CC-CCBA5C85235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AB863-E29A-7000-D6CE-2BAD16991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13C8D-2D97-AF0F-2CCF-C27991B59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811B-255E-4E37-BD48-D4D907843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701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EBA4A7-CFF2-31E3-09AA-7BFED8DF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2D328-60E5-4360-85CC-CCBA5C85235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070EDC-095B-ADF7-806A-B9F1D0B46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7C576F-8EFE-DA11-3F4D-369E08699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811B-255E-4E37-BD48-D4D907843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496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1B0ED-B766-81DC-A6D2-997F4CF37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F7BDA-C456-2BA2-A6D8-74AC9D301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C27E58-80FC-9696-073F-38D2EE39A5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DD5A2-3249-7A3D-4461-C7E83AC59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2D328-60E5-4360-85CC-CCBA5C85235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80C0D-296B-58A2-B9D9-4E9025F63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F7B096-4862-4B43-D19E-5657D8A72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811B-255E-4E37-BD48-D4D907843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865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4EDA3-7ABE-3DC5-3A4B-CD7D5A455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958FD2-4864-46A0-2A98-E7398BB436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3766C8-5BF2-AAE6-816D-F6D256A97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5FF9B2-8A75-3837-4402-60DE6C148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2D328-60E5-4360-85CC-CCBA5C85235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4CBCD-3016-F867-A2B2-C603D799A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93274-7AC7-C85C-4166-8B701049B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811B-255E-4E37-BD48-D4D907843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779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D2630-160B-A94C-C502-657828141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E7DA38-A74D-8F30-4FBA-71A3FFF77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15531-8913-AF96-549A-5CCB8AE48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2D328-60E5-4360-85CC-CCBA5C85235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F23B9-AB92-12EA-18E4-F213A673E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F18B5-7C8A-C87A-3C30-983F53768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811B-255E-4E37-BD48-D4D907843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69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1528A0-ED8D-3D4F-CD7E-7BEC953271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63AA24-8FBD-D875-C9D0-12258619D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36D16-A313-651A-2F19-BCEFF4A7C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2D328-60E5-4360-85CC-CCBA5C85235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06F62-6331-E9F5-38DE-D921F6894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0CD1A-BB74-A112-34A3-E44636EF3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811B-255E-4E37-BD48-D4D907843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195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FD82A4-F390-4E4C-F205-F55D7B1DE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09410-B133-5303-3C2C-87A46431B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24CDF-4F05-CE19-ECBB-D590B4C32E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12D328-60E5-4360-85CC-CCBA5C85235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66800-A5DE-EBD4-C8BE-28E4A4EAB9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7D3D8-B908-B8B8-8D8D-3F9D2F6C11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4811B-255E-4E37-BD48-D4D907843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767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ircle: Hollow 3">
            <a:extLst>
              <a:ext uri="{FF2B5EF4-FFF2-40B4-BE49-F238E27FC236}">
                <a16:creationId xmlns:a16="http://schemas.microsoft.com/office/drawing/2014/main" id="{2B25F816-5788-4335-F2A8-1157CF86A45F}"/>
              </a:ext>
            </a:extLst>
          </p:cNvPr>
          <p:cNvSpPr/>
          <p:nvPr/>
        </p:nvSpPr>
        <p:spPr>
          <a:xfrm>
            <a:off x="-3168396" y="333756"/>
            <a:ext cx="6336792" cy="6190488"/>
          </a:xfrm>
          <a:prstGeom prst="donut">
            <a:avLst/>
          </a:prstGeom>
          <a:solidFill>
            <a:schemeClr val="accent6">
              <a:lumMod val="75000"/>
            </a:schemeClr>
          </a:solidFill>
          <a:effectLst>
            <a:innerShdw blurRad="12700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C22A80D-A818-7254-DEC1-A686E2BAA01E}"/>
              </a:ext>
            </a:extLst>
          </p:cNvPr>
          <p:cNvSpPr/>
          <p:nvPr/>
        </p:nvSpPr>
        <p:spPr>
          <a:xfrm>
            <a:off x="213360" y="561975"/>
            <a:ext cx="1320800" cy="12954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Graphic 6" descr="Brain in head with solid fill">
            <a:extLst>
              <a:ext uri="{FF2B5EF4-FFF2-40B4-BE49-F238E27FC236}">
                <a16:creationId xmlns:a16="http://schemas.microsoft.com/office/drawing/2014/main" id="{C4181769-39C0-EB71-B9CB-98FF390661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06880" y="3886201"/>
            <a:ext cx="914400" cy="914400"/>
          </a:xfrm>
          <a:prstGeom prst="rect">
            <a:avLst/>
          </a:prstGeom>
        </p:spPr>
      </p:pic>
      <p:pic>
        <p:nvPicPr>
          <p:cNvPr id="9" name="Graphic 8" descr="Business Growth with solid fill">
            <a:extLst>
              <a:ext uri="{FF2B5EF4-FFF2-40B4-BE49-F238E27FC236}">
                <a16:creationId xmlns:a16="http://schemas.microsoft.com/office/drawing/2014/main" id="{89591DCD-9B06-63D2-4D5A-42C81AD96E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6880" y="2057400"/>
            <a:ext cx="914400" cy="914400"/>
          </a:xfrm>
          <a:prstGeom prst="rect">
            <a:avLst/>
          </a:prstGeom>
        </p:spPr>
      </p:pic>
      <p:pic>
        <p:nvPicPr>
          <p:cNvPr id="11" name="Graphic 10" descr="Classroom with solid fill">
            <a:extLst>
              <a:ext uri="{FF2B5EF4-FFF2-40B4-BE49-F238E27FC236}">
                <a16:creationId xmlns:a16="http://schemas.microsoft.com/office/drawing/2014/main" id="{B12DFA40-B5AA-EA08-3B90-B62D165BB3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6560" y="714756"/>
            <a:ext cx="914400" cy="914400"/>
          </a:xfrm>
          <a:prstGeom prst="rect">
            <a:avLst/>
          </a:prstGeom>
        </p:spPr>
      </p:pic>
      <p:pic>
        <p:nvPicPr>
          <p:cNvPr id="13" name="Graphic 12" descr="Clipboard with solid fill">
            <a:extLst>
              <a:ext uri="{FF2B5EF4-FFF2-40B4-BE49-F238E27FC236}">
                <a16:creationId xmlns:a16="http://schemas.microsoft.com/office/drawing/2014/main" id="{F9974653-6B31-3A01-63C7-898B02FECB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6560" y="5077880"/>
            <a:ext cx="914400" cy="9144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FFEC868-7089-DE1B-6375-5B3CDCB89A58}"/>
              </a:ext>
            </a:extLst>
          </p:cNvPr>
          <p:cNvSpPr/>
          <p:nvPr/>
        </p:nvSpPr>
        <p:spPr>
          <a:xfrm>
            <a:off x="3905250" y="561975"/>
            <a:ext cx="7991475" cy="581977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78BC2F-1054-A87F-0A16-91A6109F7B97}"/>
              </a:ext>
            </a:extLst>
          </p:cNvPr>
          <p:cNvSpPr/>
          <p:nvPr/>
        </p:nvSpPr>
        <p:spPr>
          <a:xfrm>
            <a:off x="2394903" y="946162"/>
            <a:ext cx="914400" cy="11547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9415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2C415-EF35-2F54-B63C-ECA38128A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ircle: Hollow 3">
            <a:extLst>
              <a:ext uri="{FF2B5EF4-FFF2-40B4-BE49-F238E27FC236}">
                <a16:creationId xmlns:a16="http://schemas.microsoft.com/office/drawing/2014/main" id="{3B96D83E-AFC0-D398-0119-239EEA11A34F}"/>
              </a:ext>
            </a:extLst>
          </p:cNvPr>
          <p:cNvSpPr/>
          <p:nvPr/>
        </p:nvSpPr>
        <p:spPr>
          <a:xfrm>
            <a:off x="-3173794" y="333756"/>
            <a:ext cx="6336792" cy="6190488"/>
          </a:xfrm>
          <a:prstGeom prst="donut">
            <a:avLst/>
          </a:prstGeom>
          <a:solidFill>
            <a:schemeClr val="accent6">
              <a:lumMod val="75000"/>
            </a:schemeClr>
          </a:solidFill>
          <a:effectLst>
            <a:innerShdw blurRad="12700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8843F0C-F3E8-3BC4-E6E8-D05069055B71}"/>
              </a:ext>
            </a:extLst>
          </p:cNvPr>
          <p:cNvSpPr/>
          <p:nvPr/>
        </p:nvSpPr>
        <p:spPr>
          <a:xfrm>
            <a:off x="1546288" y="1826220"/>
            <a:ext cx="1320800" cy="12954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Graphic 6" descr="Brain in head with solid fill">
            <a:extLst>
              <a:ext uri="{FF2B5EF4-FFF2-40B4-BE49-F238E27FC236}">
                <a16:creationId xmlns:a16="http://schemas.microsoft.com/office/drawing/2014/main" id="{E1F14372-FE9E-EF2D-063C-C45C9F50F3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06880" y="3886201"/>
            <a:ext cx="914400" cy="914400"/>
          </a:xfrm>
          <a:prstGeom prst="rect">
            <a:avLst/>
          </a:prstGeom>
        </p:spPr>
      </p:pic>
      <p:pic>
        <p:nvPicPr>
          <p:cNvPr id="9" name="Graphic 8" descr="Business Growth with solid fill">
            <a:extLst>
              <a:ext uri="{FF2B5EF4-FFF2-40B4-BE49-F238E27FC236}">
                <a16:creationId xmlns:a16="http://schemas.microsoft.com/office/drawing/2014/main" id="{DF4AAD7C-2CB2-8F2B-605F-563B87A57C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6880" y="2057400"/>
            <a:ext cx="914400" cy="914400"/>
          </a:xfrm>
          <a:prstGeom prst="rect">
            <a:avLst/>
          </a:prstGeom>
        </p:spPr>
      </p:pic>
      <p:pic>
        <p:nvPicPr>
          <p:cNvPr id="11" name="Graphic 10" descr="Classroom with solid fill">
            <a:extLst>
              <a:ext uri="{FF2B5EF4-FFF2-40B4-BE49-F238E27FC236}">
                <a16:creationId xmlns:a16="http://schemas.microsoft.com/office/drawing/2014/main" id="{A1BF072D-21B4-7D4F-7522-7B83C0F3B3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6560" y="714756"/>
            <a:ext cx="914400" cy="914400"/>
          </a:xfrm>
          <a:prstGeom prst="rect">
            <a:avLst/>
          </a:prstGeom>
        </p:spPr>
      </p:pic>
      <p:pic>
        <p:nvPicPr>
          <p:cNvPr id="13" name="Graphic 12" descr="Clipboard with solid fill">
            <a:extLst>
              <a:ext uri="{FF2B5EF4-FFF2-40B4-BE49-F238E27FC236}">
                <a16:creationId xmlns:a16="http://schemas.microsoft.com/office/drawing/2014/main" id="{CAC297BD-9B59-4ECD-393F-056D9F0175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6560" y="5077880"/>
            <a:ext cx="914400" cy="9144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ACDD889-6098-2F4F-D832-7ECFDF59B709}"/>
              </a:ext>
            </a:extLst>
          </p:cNvPr>
          <p:cNvSpPr/>
          <p:nvPr/>
        </p:nvSpPr>
        <p:spPr>
          <a:xfrm>
            <a:off x="3905250" y="561975"/>
            <a:ext cx="7991475" cy="581977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FA58D5-B43C-41FE-8C61-3716E5FDC415}"/>
              </a:ext>
            </a:extLst>
          </p:cNvPr>
          <p:cNvSpPr/>
          <p:nvPr/>
        </p:nvSpPr>
        <p:spPr>
          <a:xfrm>
            <a:off x="3162998" y="2352675"/>
            <a:ext cx="632015" cy="12124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6827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7BF42-7AEB-102A-E76B-338186F2D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ircle: Hollow 3">
            <a:extLst>
              <a:ext uri="{FF2B5EF4-FFF2-40B4-BE49-F238E27FC236}">
                <a16:creationId xmlns:a16="http://schemas.microsoft.com/office/drawing/2014/main" id="{A4F55017-07BA-1925-D903-4954290096AF}"/>
              </a:ext>
            </a:extLst>
          </p:cNvPr>
          <p:cNvSpPr/>
          <p:nvPr/>
        </p:nvSpPr>
        <p:spPr>
          <a:xfrm>
            <a:off x="-3168396" y="333756"/>
            <a:ext cx="6336792" cy="6190488"/>
          </a:xfrm>
          <a:prstGeom prst="donut">
            <a:avLst/>
          </a:prstGeom>
          <a:solidFill>
            <a:schemeClr val="accent6">
              <a:lumMod val="75000"/>
            </a:schemeClr>
          </a:solidFill>
          <a:effectLst>
            <a:innerShdw blurRad="12700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4B6F0E-5542-194F-5E10-7B62FF59D6EF}"/>
              </a:ext>
            </a:extLst>
          </p:cNvPr>
          <p:cNvSpPr/>
          <p:nvPr/>
        </p:nvSpPr>
        <p:spPr>
          <a:xfrm>
            <a:off x="1503680" y="3695700"/>
            <a:ext cx="1320800" cy="12954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Graphic 6" descr="Brain in head with solid fill">
            <a:extLst>
              <a:ext uri="{FF2B5EF4-FFF2-40B4-BE49-F238E27FC236}">
                <a16:creationId xmlns:a16="http://schemas.microsoft.com/office/drawing/2014/main" id="{BDB76A0D-6505-8CB5-73D7-3439DC4EAD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06880" y="3886201"/>
            <a:ext cx="914400" cy="914400"/>
          </a:xfrm>
          <a:prstGeom prst="rect">
            <a:avLst/>
          </a:prstGeom>
        </p:spPr>
      </p:pic>
      <p:pic>
        <p:nvPicPr>
          <p:cNvPr id="9" name="Graphic 8" descr="Business Growth with solid fill">
            <a:extLst>
              <a:ext uri="{FF2B5EF4-FFF2-40B4-BE49-F238E27FC236}">
                <a16:creationId xmlns:a16="http://schemas.microsoft.com/office/drawing/2014/main" id="{826B6078-B845-E1DD-7C91-578A979C74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6880" y="2057400"/>
            <a:ext cx="914400" cy="914400"/>
          </a:xfrm>
          <a:prstGeom prst="rect">
            <a:avLst/>
          </a:prstGeom>
        </p:spPr>
      </p:pic>
      <p:pic>
        <p:nvPicPr>
          <p:cNvPr id="11" name="Graphic 10" descr="Classroom with solid fill">
            <a:extLst>
              <a:ext uri="{FF2B5EF4-FFF2-40B4-BE49-F238E27FC236}">
                <a16:creationId xmlns:a16="http://schemas.microsoft.com/office/drawing/2014/main" id="{477D9C26-9330-D4EF-6B9B-4AF659EBE1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6560" y="714756"/>
            <a:ext cx="914400" cy="914400"/>
          </a:xfrm>
          <a:prstGeom prst="rect">
            <a:avLst/>
          </a:prstGeom>
        </p:spPr>
      </p:pic>
      <p:pic>
        <p:nvPicPr>
          <p:cNvPr id="13" name="Graphic 12" descr="Clipboard with solid fill">
            <a:extLst>
              <a:ext uri="{FF2B5EF4-FFF2-40B4-BE49-F238E27FC236}">
                <a16:creationId xmlns:a16="http://schemas.microsoft.com/office/drawing/2014/main" id="{CCA293FC-FF33-1A50-C1CA-1DB85CA95C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6560" y="5077880"/>
            <a:ext cx="914400" cy="9144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7BD99B1-6238-7DF7-EDAE-6BB7FF587C00}"/>
              </a:ext>
            </a:extLst>
          </p:cNvPr>
          <p:cNvSpPr/>
          <p:nvPr/>
        </p:nvSpPr>
        <p:spPr>
          <a:xfrm>
            <a:off x="3905250" y="561975"/>
            <a:ext cx="7991475" cy="581977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262F81-D1F8-C477-933C-207919D93EDC}"/>
              </a:ext>
            </a:extLst>
          </p:cNvPr>
          <p:cNvSpPr/>
          <p:nvPr/>
        </p:nvSpPr>
        <p:spPr>
          <a:xfrm>
            <a:off x="3162999" y="4282778"/>
            <a:ext cx="632015" cy="12124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8925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3FE2F-0C74-93C4-7ECD-ACCE2B7F2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ircle: Hollow 3">
            <a:extLst>
              <a:ext uri="{FF2B5EF4-FFF2-40B4-BE49-F238E27FC236}">
                <a16:creationId xmlns:a16="http://schemas.microsoft.com/office/drawing/2014/main" id="{02E9A92F-B3A2-CD09-8E13-6551CE7EF4F3}"/>
              </a:ext>
            </a:extLst>
          </p:cNvPr>
          <p:cNvSpPr/>
          <p:nvPr/>
        </p:nvSpPr>
        <p:spPr>
          <a:xfrm>
            <a:off x="-3168396" y="333756"/>
            <a:ext cx="6336792" cy="6190488"/>
          </a:xfrm>
          <a:prstGeom prst="donut">
            <a:avLst/>
          </a:prstGeom>
          <a:solidFill>
            <a:schemeClr val="accent6">
              <a:lumMod val="75000"/>
            </a:schemeClr>
          </a:solidFill>
          <a:effectLst>
            <a:innerShdw blurRad="12700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202B467-2398-10B7-D222-A0665EFE5881}"/>
              </a:ext>
            </a:extLst>
          </p:cNvPr>
          <p:cNvSpPr/>
          <p:nvPr/>
        </p:nvSpPr>
        <p:spPr>
          <a:xfrm>
            <a:off x="213360" y="4887380"/>
            <a:ext cx="1320800" cy="12954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Graphic 6" descr="Brain in head with solid fill">
            <a:extLst>
              <a:ext uri="{FF2B5EF4-FFF2-40B4-BE49-F238E27FC236}">
                <a16:creationId xmlns:a16="http://schemas.microsoft.com/office/drawing/2014/main" id="{5DEFD86E-71B6-DB90-193E-AE0D1AD86A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06880" y="3886201"/>
            <a:ext cx="914400" cy="914400"/>
          </a:xfrm>
          <a:prstGeom prst="rect">
            <a:avLst/>
          </a:prstGeom>
        </p:spPr>
      </p:pic>
      <p:pic>
        <p:nvPicPr>
          <p:cNvPr id="9" name="Graphic 8" descr="Business Growth with solid fill">
            <a:extLst>
              <a:ext uri="{FF2B5EF4-FFF2-40B4-BE49-F238E27FC236}">
                <a16:creationId xmlns:a16="http://schemas.microsoft.com/office/drawing/2014/main" id="{BCF2008D-946D-EF59-4031-8E761CED3E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6880" y="2057400"/>
            <a:ext cx="914400" cy="914400"/>
          </a:xfrm>
          <a:prstGeom prst="rect">
            <a:avLst/>
          </a:prstGeom>
        </p:spPr>
      </p:pic>
      <p:pic>
        <p:nvPicPr>
          <p:cNvPr id="11" name="Graphic 10" descr="Classroom with solid fill">
            <a:extLst>
              <a:ext uri="{FF2B5EF4-FFF2-40B4-BE49-F238E27FC236}">
                <a16:creationId xmlns:a16="http://schemas.microsoft.com/office/drawing/2014/main" id="{4241D0A1-F5F7-BD6D-CAC8-81C8C28A9A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6560" y="714756"/>
            <a:ext cx="914400" cy="914400"/>
          </a:xfrm>
          <a:prstGeom prst="rect">
            <a:avLst/>
          </a:prstGeom>
        </p:spPr>
      </p:pic>
      <p:pic>
        <p:nvPicPr>
          <p:cNvPr id="13" name="Graphic 12" descr="Clipboard with solid fill">
            <a:extLst>
              <a:ext uri="{FF2B5EF4-FFF2-40B4-BE49-F238E27FC236}">
                <a16:creationId xmlns:a16="http://schemas.microsoft.com/office/drawing/2014/main" id="{9F545401-851D-9184-F080-0502C4962D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6560" y="5077880"/>
            <a:ext cx="914400" cy="9144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741C679-2BB6-D434-5576-405BC56F088B}"/>
              </a:ext>
            </a:extLst>
          </p:cNvPr>
          <p:cNvSpPr/>
          <p:nvPr/>
        </p:nvSpPr>
        <p:spPr>
          <a:xfrm>
            <a:off x="3905250" y="561975"/>
            <a:ext cx="7991475" cy="581977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6E1FA5-664E-145B-A414-4A44F3CC9086}"/>
              </a:ext>
            </a:extLst>
          </p:cNvPr>
          <p:cNvSpPr/>
          <p:nvPr/>
        </p:nvSpPr>
        <p:spPr>
          <a:xfrm>
            <a:off x="2711196" y="5535080"/>
            <a:ext cx="914400" cy="11547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8453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annasera462@gmail.com</dc:creator>
  <cp:lastModifiedBy>annasera462@gmail.com</cp:lastModifiedBy>
  <cp:revision>1</cp:revision>
  <dcterms:created xsi:type="dcterms:W3CDTF">2026-08-13T12:32:16Z</dcterms:created>
  <dcterms:modified xsi:type="dcterms:W3CDTF">2026-08-13T12:38:25Z</dcterms:modified>
</cp:coreProperties>
</file>