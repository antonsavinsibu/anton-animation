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6F82-D933-66EF-FBD2-3A36A9C10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84DDB-D140-4285-B4E4-C3B46ADD5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CDD87-E291-5C1D-92DA-7220F6DE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817D-1BDC-C9AD-D842-6459AC07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238AF-E2CC-32EE-7D6A-96EFD59E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30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7898-5F38-23D4-CEDA-FEA10DC6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1F126-CE26-B8F0-A62E-66C1AB698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3480-2CB3-348E-B52A-22CBFADF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3C4-7E0F-2A6A-4C47-E820D894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9F345-45AD-1CB5-1998-6C675FDF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59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B6961-157B-93BE-FDAC-C2BA5C9B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54F3C-95DA-354A-9017-E1B9896D7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7EB8D-E3C5-7FED-4D75-5DA28BA1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2F794-3853-BC72-EEB8-C27FE5C7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9557F-9947-FEC5-7626-B0BAA8B9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41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D805-B9A9-FDD3-F9C1-43C3F00B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E2CE2-1970-8230-E7EF-8E9E09FF0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BE987-4C97-3444-9E10-F7101FDB1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89ADA-46A7-C076-A055-D45D5BE4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5C072-B580-DC98-48C7-FA699603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BA98F-8F4A-C418-63F8-F7B5BFA8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00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AA85-01A1-A967-7707-56499BDE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FE79D-1C19-E8F9-0CB1-1C1EF259E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E4C01-A07C-248B-127D-899EF1A86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1F1F7-D071-8951-53AB-75425D978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BCCE1-D04B-9EF8-E827-CD12C0895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CE9C3-345A-30CD-3FFC-2B15D08B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F5E35-E4CF-3842-ECF7-A54F28EC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57553-9BA5-C894-F4D2-3FEE3712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14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DBB3-54EF-DB43-FC00-02C3B551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A7107-31FD-DFA0-3A13-50E51098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A52B4-A72C-FDB7-DB96-65C9B448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2990C-5797-05B6-FB51-1DB6FC145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05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BAAA3C-7332-02D1-22CD-43AFB507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485C6-9992-DDEE-9E77-0BE7EF6D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9058D-EA4A-0675-9550-217012DE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08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6393-CB4F-CB63-CEDF-B572C022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89E7-0D3D-B870-17E3-31505D41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A350F-9FCF-8744-08BB-B9A892A0D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9892C-3DCB-54C0-62EB-35E2EBE4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FC8D0-7B26-2A71-E03E-355C404F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1C068-A777-C600-982B-DDB6598A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924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A528-D66A-257D-C614-15FDCC20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24946-FDA6-37C1-B788-4C2AC2D915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65C2-3B11-A1BA-7E97-465349F1E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7D267-2DFF-9FF3-C962-8D9381FC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AAE99-2DDA-F1CE-F13C-B15DD269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A28E6-4B9B-B818-8028-D4494017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5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2F9D-21A1-EE70-DB6F-DA8E410D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22A88-9A29-8077-9AD1-CB1F054DA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0E46A-D81B-C6A9-FA74-EB2E1276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16283-7F17-B860-4E7A-BDE14ED4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64E63-3DF4-0E9C-164A-1E0CF8EC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02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BEF1B0-9D34-A611-E6FE-8475CEE1D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D3862-BF9C-132E-C050-08F09FB54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724E1-E0C1-9010-5DAA-237FE196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7A50C-58C4-9450-1544-DF3B8731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F8C2A-FD95-1DA9-09BC-E49825A4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75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378AF-5309-97D5-FCCA-E7BFD038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6E087-9EF3-3E86-2853-96FDB43AF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201D2-94E0-1165-876E-6F358E7B1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843DB-0D84-4555-8A90-1CDB62F942B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89491-CE74-1932-67C5-12B648536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43BB9-11D3-6423-715D-EE83C293B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0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80F2A1-4B1E-DCA9-BC86-4C48B730B37D}"/>
              </a:ext>
            </a:extLst>
          </p:cNvPr>
          <p:cNvSpPr/>
          <p:nvPr/>
        </p:nvSpPr>
        <p:spPr>
          <a:xfrm rot="5400000">
            <a:off x="-2073910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57924B2-E465-D762-7994-65F694DD5B2C}"/>
              </a:ext>
            </a:extLst>
          </p:cNvPr>
          <p:cNvSpPr/>
          <p:nvPr/>
        </p:nvSpPr>
        <p:spPr>
          <a:xfrm rot="5400000">
            <a:off x="-2751455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84C72E0-D03D-3024-EA94-1D52C8831A69}"/>
              </a:ext>
            </a:extLst>
          </p:cNvPr>
          <p:cNvSpPr/>
          <p:nvPr/>
        </p:nvSpPr>
        <p:spPr>
          <a:xfrm rot="5400000">
            <a:off x="-3429000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B2CE51-F609-E97C-31AB-F36CEB9018F3}"/>
              </a:ext>
            </a:extLst>
          </p:cNvPr>
          <p:cNvSpPr/>
          <p:nvPr/>
        </p:nvSpPr>
        <p:spPr>
          <a:xfrm rot="5400000">
            <a:off x="-4106544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72008 w 6858000"/>
              <a:gd name="csY2" fmla="*/ 633984 h 3681984"/>
              <a:gd name="csX3" fmla="*/ 1027688 w 6858000"/>
              <a:gd name="csY3" fmla="*/ 0 h 3681984"/>
              <a:gd name="csX4" fmla="*/ 14467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72008" y="633984"/>
                </a:lnTo>
                <a:lnTo>
                  <a:pt x="1027688" y="0"/>
                </a:lnTo>
                <a:lnTo>
                  <a:pt x="14467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2021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083BB-1A8B-DDAD-6C0B-5CB129F0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96310AD-55CF-E233-F130-0F4ECB745639}"/>
              </a:ext>
            </a:extLst>
          </p:cNvPr>
          <p:cNvSpPr/>
          <p:nvPr/>
        </p:nvSpPr>
        <p:spPr>
          <a:xfrm rot="5400000">
            <a:off x="252985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3E007CB-9D3E-FC5E-4D4E-1251E31FCC62}"/>
              </a:ext>
            </a:extLst>
          </p:cNvPr>
          <p:cNvSpPr/>
          <p:nvPr/>
        </p:nvSpPr>
        <p:spPr>
          <a:xfrm rot="5400000">
            <a:off x="-2751455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11A0566-E40C-BAF2-18B4-19EE96A7603C}"/>
              </a:ext>
            </a:extLst>
          </p:cNvPr>
          <p:cNvSpPr/>
          <p:nvPr/>
        </p:nvSpPr>
        <p:spPr>
          <a:xfrm rot="5400000">
            <a:off x="-3429000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109F7B7-5E80-8EC3-D159-A0FBA5267440}"/>
              </a:ext>
            </a:extLst>
          </p:cNvPr>
          <p:cNvSpPr/>
          <p:nvPr/>
        </p:nvSpPr>
        <p:spPr>
          <a:xfrm rot="5400000">
            <a:off x="-4106544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72008 w 6858000"/>
              <a:gd name="csY2" fmla="*/ 633984 h 3681984"/>
              <a:gd name="csX3" fmla="*/ 1027688 w 6858000"/>
              <a:gd name="csY3" fmla="*/ 0 h 3681984"/>
              <a:gd name="csX4" fmla="*/ 14467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72008" y="633984"/>
                </a:lnTo>
                <a:lnTo>
                  <a:pt x="1027688" y="0"/>
                </a:lnTo>
                <a:lnTo>
                  <a:pt x="14467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007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3102-2F03-9F19-85A7-E635B674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FFADFAE-C2D2-B62B-3784-F82AB9697F64}"/>
              </a:ext>
            </a:extLst>
          </p:cNvPr>
          <p:cNvSpPr/>
          <p:nvPr/>
        </p:nvSpPr>
        <p:spPr>
          <a:xfrm rot="5400000">
            <a:off x="2579882" y="1588008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79E2FD2-56DB-29A6-357E-CD81A3381448}"/>
              </a:ext>
            </a:extLst>
          </p:cNvPr>
          <p:cNvSpPr/>
          <p:nvPr/>
        </p:nvSpPr>
        <p:spPr>
          <a:xfrm rot="5400000">
            <a:off x="-424559" y="1588008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4E94CE2-CCF2-5BBA-9944-2BA40C468216}"/>
              </a:ext>
            </a:extLst>
          </p:cNvPr>
          <p:cNvSpPr/>
          <p:nvPr/>
        </p:nvSpPr>
        <p:spPr>
          <a:xfrm rot="5400000">
            <a:off x="-3429000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E3BF08-C674-4A3D-CFBA-39522B7C5005}"/>
              </a:ext>
            </a:extLst>
          </p:cNvPr>
          <p:cNvSpPr/>
          <p:nvPr/>
        </p:nvSpPr>
        <p:spPr>
          <a:xfrm rot="5400000">
            <a:off x="-4106544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72008 w 6858000"/>
              <a:gd name="csY2" fmla="*/ 633984 h 3681984"/>
              <a:gd name="csX3" fmla="*/ 1027688 w 6858000"/>
              <a:gd name="csY3" fmla="*/ 0 h 3681984"/>
              <a:gd name="csX4" fmla="*/ 14467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72008" y="633984"/>
                </a:lnTo>
                <a:lnTo>
                  <a:pt x="1027688" y="0"/>
                </a:lnTo>
                <a:lnTo>
                  <a:pt x="14467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738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B725-51D4-7DFE-F2E1-39D7CFD46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2D91FA7-6B33-5206-36E9-90F18B287D9B}"/>
              </a:ext>
            </a:extLst>
          </p:cNvPr>
          <p:cNvSpPr/>
          <p:nvPr/>
        </p:nvSpPr>
        <p:spPr>
          <a:xfrm rot="5400000">
            <a:off x="4921634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6B3936B-1480-2E1F-A8D3-59807AA5C5D7}"/>
              </a:ext>
            </a:extLst>
          </p:cNvPr>
          <p:cNvSpPr/>
          <p:nvPr/>
        </p:nvSpPr>
        <p:spPr>
          <a:xfrm rot="5400000">
            <a:off x="1912241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D63EC1D-E701-CFBE-D305-2779AF8EBB70}"/>
              </a:ext>
            </a:extLst>
          </p:cNvPr>
          <p:cNvSpPr/>
          <p:nvPr/>
        </p:nvSpPr>
        <p:spPr>
          <a:xfrm rot="5400000">
            <a:off x="-1097151" y="1588008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2E4FC4-6B09-FFE4-1449-FEB2715BB4AE}"/>
              </a:ext>
            </a:extLst>
          </p:cNvPr>
          <p:cNvSpPr/>
          <p:nvPr/>
        </p:nvSpPr>
        <p:spPr>
          <a:xfrm rot="5400000">
            <a:off x="-4106544" y="1588005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72008 w 6858000"/>
              <a:gd name="csY2" fmla="*/ 633984 h 3681984"/>
              <a:gd name="csX3" fmla="*/ 1027688 w 6858000"/>
              <a:gd name="csY3" fmla="*/ 0 h 3681984"/>
              <a:gd name="csX4" fmla="*/ 14467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72008" y="633984"/>
                </a:lnTo>
                <a:lnTo>
                  <a:pt x="1027688" y="0"/>
                </a:lnTo>
                <a:lnTo>
                  <a:pt x="14467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964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7A66-5919-4B6D-59AD-1E081FA7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43BA3FF-D600-B23B-2AA4-9EC785EEEB59}"/>
              </a:ext>
            </a:extLst>
          </p:cNvPr>
          <p:cNvSpPr/>
          <p:nvPr/>
        </p:nvSpPr>
        <p:spPr>
          <a:xfrm rot="5400000">
            <a:off x="7594599" y="1588008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37CC3CB-0E5F-507F-FAED-379E683510F9}"/>
              </a:ext>
            </a:extLst>
          </p:cNvPr>
          <p:cNvSpPr/>
          <p:nvPr/>
        </p:nvSpPr>
        <p:spPr>
          <a:xfrm rot="5400000">
            <a:off x="4585206" y="1588008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C67436F-3287-68EF-803D-93DCA8D164ED}"/>
              </a:ext>
            </a:extLst>
          </p:cNvPr>
          <p:cNvSpPr/>
          <p:nvPr/>
        </p:nvSpPr>
        <p:spPr>
          <a:xfrm rot="5400000">
            <a:off x="1575813" y="1588007"/>
            <a:ext cx="6858000" cy="3681984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ECD9CB5-B8A7-F01D-5E6E-1EF23D6DAE99}"/>
              </a:ext>
            </a:extLst>
          </p:cNvPr>
          <p:cNvSpPr/>
          <p:nvPr/>
        </p:nvSpPr>
        <p:spPr>
          <a:xfrm rot="5400000">
            <a:off x="-1510794" y="1510794"/>
            <a:ext cx="6858000" cy="3836412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72008 w 6858000"/>
              <a:gd name="csY2" fmla="*/ 633984 h 3681984"/>
              <a:gd name="csX3" fmla="*/ 1027688 w 6858000"/>
              <a:gd name="csY3" fmla="*/ 0 h 3681984"/>
              <a:gd name="csX4" fmla="*/ 14467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72008" y="633984"/>
                </a:lnTo>
                <a:lnTo>
                  <a:pt x="1027688" y="0"/>
                </a:lnTo>
                <a:lnTo>
                  <a:pt x="14467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767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3</cp:revision>
  <dcterms:created xsi:type="dcterms:W3CDTF">2026-08-13T02:18:51Z</dcterms:created>
  <dcterms:modified xsi:type="dcterms:W3CDTF">2026-08-13T11:51:46Z</dcterms:modified>
</cp:coreProperties>
</file>