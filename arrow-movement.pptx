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D44A-38F3-7688-EBBD-EC92D55C7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D1A0E-C6D3-2DA2-6E88-9E0DBB2FF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500A8-886F-96C9-2D79-6E4AE27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E69AB-D4EC-F3AE-D396-6168940E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C96E-DE56-5B07-6074-88B7ADF5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38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D0E0-CA9E-96FB-7CA4-55F314F9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5C2F-574C-CA44-C1A0-00DB7F904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631F0-16BB-2808-9BF9-CB060A16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EA383-6F1D-B225-C9D5-8AD7CE68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757E2-C4AB-F0CB-E347-453A6742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6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4D1E-C10D-0C95-70B6-47CA13E6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7DEE7-86C1-C7EF-A33C-F106A4323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7E915-2782-E1B1-F571-876807C9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95B33-4F0B-506E-0359-D9B0EBD6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1A8D-E0DC-A91D-3E07-EB8D1613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59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BB3D-A3AC-0661-7B88-2C5728DD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AF56-8DF8-BC1C-A0DB-C231F4401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95F10-0955-5E91-B300-1A74A61FF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F455C-C868-5358-2D3B-989D0AC6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A5C66-8FC9-302F-8F84-900BBDA4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2944E-0731-C00C-AF2B-4AF50B84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14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E755-45EB-B986-68BE-4FE9B0C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10B8-50A4-497B-D0FB-AEAF3041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1F30B-3F11-6A89-CD36-CB8BCA88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68481-C0FC-417F-3A63-40EB3B295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45897-AC30-55D4-236D-4DDD55AC5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C84A5-E258-F360-B228-60A9B516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5E52A-D5B5-FC7E-0CAC-0DB9B79A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3374B-C0F8-FAD9-0DA1-5E073325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51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AE27F-5B0E-4153-2169-68513529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89BC2-4005-6DC7-06CE-8F198C20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7664D-47F0-EF4D-5591-D4E00C4D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50165-C3E9-66D9-56CB-BFBE4C585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7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33C13-A45F-AF31-9568-DADEA49A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46E26-6C20-9A57-01E0-84D99E13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030FC-6849-D3AE-D382-79CE3041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3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E31A-042C-54EE-97D6-6F64AC5B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B45A8-CD40-0212-39EE-7BB6040C5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F2C52-96D4-1CC3-0C63-F73B362E6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753E6-3DF3-1995-B844-458B9E7B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7E04-1CED-5CB1-264F-A8E32499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B774A-A9AA-82B2-E3F8-4EFFE47A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3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7ED5-2868-36F9-FA47-9D9660F5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CFFC6-EFFC-94F9-9669-8BD9603A5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CBA9B-873F-C9A6-771B-0291DC497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34816-594C-9D75-E7AB-01577F60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2EEF3-28BD-5374-FEA3-91C3F3A8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C3D51-DD3F-E6B0-BEEF-343D2FD5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B6AF-21F8-4700-53E1-809C4C09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D53B7-2308-23A0-9AFC-3D334997B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908AB-AB8A-7348-CC26-E86E1407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A8F96-3548-3E8A-6BEB-ACEE22E9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674F0-CA49-87B0-F4A5-D4BDBC76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9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7A8EAB-13A0-E016-3FB2-FE0AB4C21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57EF9-2D96-1A61-8168-81B8BDFF2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D97F-3AE3-1B0F-7B25-4FC4C3885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AF644-0D02-D1BC-1A6B-391B9641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F43F-93B6-A04C-FDFD-144A4316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3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DCE6A-F820-AE6E-E3D4-FF4FBA24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93406-9E52-8214-DE8C-6B5AF5F85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A202A-0017-D65B-BC48-4D19E7A5CC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BE22E-582D-4EDD-A9D6-6C65E96A0777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959B-5F1C-EA40-5286-A8605038F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1F58-38CA-90F3-C803-FB573733F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D7780-1605-4048-9262-312C18320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6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91FC-8445-BB69-77C8-E31387E2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D67DEE5-B7A8-5EDE-2AF2-5C4CF7CBCDF3}"/>
              </a:ext>
            </a:extLst>
          </p:cNvPr>
          <p:cNvGrpSpPr/>
          <p:nvPr/>
        </p:nvGrpSpPr>
        <p:grpSpPr>
          <a:xfrm rot="7340107">
            <a:off x="878920" y="603505"/>
            <a:ext cx="2065448" cy="2203705"/>
            <a:chOff x="4545664" y="2478024"/>
            <a:chExt cx="2065448" cy="220370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D01E355-0278-9010-3728-978A6DA67904}"/>
                </a:ext>
              </a:extLst>
            </p:cNvPr>
            <p:cNvSpPr/>
            <p:nvPr/>
          </p:nvSpPr>
          <p:spPr>
            <a:xfrm>
              <a:off x="5562224" y="2478024"/>
              <a:ext cx="1035800" cy="2203704"/>
            </a:xfrm>
            <a:custGeom>
              <a:avLst/>
              <a:gdLst>
                <a:gd name="csX0" fmla="*/ 15240 w 1206996"/>
                <a:gd name="csY0" fmla="*/ 0 h 2423160"/>
                <a:gd name="csX1" fmla="*/ 1206996 w 1206996"/>
                <a:gd name="csY1" fmla="*/ 2392541 h 2423160"/>
                <a:gd name="csX2" fmla="*/ 1206996 w 1206996"/>
                <a:gd name="csY2" fmla="*/ 2423160 h 2423160"/>
                <a:gd name="csX3" fmla="*/ 0 w 1206996"/>
                <a:gd name="csY3" fmla="*/ 1645927 h 2423160"/>
                <a:gd name="csX4" fmla="*/ 0 w 1206996"/>
                <a:gd name="csY4" fmla="*/ 30596 h 2423160"/>
                <a:gd name="csX5" fmla="*/ 15240 w 1206996"/>
                <a:gd name="csY5" fmla="*/ 0 h 2423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06996" h="2423160">
                  <a:moveTo>
                    <a:pt x="15240" y="0"/>
                  </a:moveTo>
                  <a:lnTo>
                    <a:pt x="1206996" y="2392541"/>
                  </a:lnTo>
                  <a:lnTo>
                    <a:pt x="1206996" y="2423160"/>
                  </a:lnTo>
                  <a:lnTo>
                    <a:pt x="0" y="1645927"/>
                  </a:lnTo>
                  <a:lnTo>
                    <a:pt x="0" y="30596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588E55D-9E60-F445-9110-AFCB76C1A1DF}"/>
                </a:ext>
              </a:extLst>
            </p:cNvPr>
            <p:cNvSpPr/>
            <p:nvPr/>
          </p:nvSpPr>
          <p:spPr>
            <a:xfrm>
              <a:off x="4545664" y="2505849"/>
              <a:ext cx="1016560" cy="2162750"/>
            </a:xfrm>
            <a:custGeom>
              <a:avLst/>
              <a:gdLst>
                <a:gd name="csX0" fmla="*/ 1184577 w 1184577"/>
                <a:gd name="csY0" fmla="*/ 0 h 2378128"/>
                <a:gd name="csX1" fmla="*/ 1184577 w 1184577"/>
                <a:gd name="csY1" fmla="*/ 1615331 h 2378128"/>
                <a:gd name="csX2" fmla="*/ 0 w 1184577"/>
                <a:gd name="csY2" fmla="*/ 2378128 h 2378128"/>
                <a:gd name="csX3" fmla="*/ 1184577 w 1184577"/>
                <a:gd name="csY3" fmla="*/ 0 h 2378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577" h="2378128">
                  <a:moveTo>
                    <a:pt x="1184577" y="0"/>
                  </a:moveTo>
                  <a:lnTo>
                    <a:pt x="1184577" y="1615331"/>
                  </a:lnTo>
                  <a:lnTo>
                    <a:pt x="0" y="2378128"/>
                  </a:lnTo>
                  <a:lnTo>
                    <a:pt x="1184577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3B46A75-6590-BDD6-B194-DDC674EC198F}"/>
                </a:ext>
              </a:extLst>
            </p:cNvPr>
            <p:cNvSpPr/>
            <p:nvPr/>
          </p:nvSpPr>
          <p:spPr>
            <a:xfrm>
              <a:off x="6598023" y="4653883"/>
              <a:ext cx="13089" cy="27846"/>
            </a:xfrm>
            <a:custGeom>
              <a:avLst/>
              <a:gdLst>
                <a:gd name="csX0" fmla="*/ 0 w 15252"/>
                <a:gd name="csY0" fmla="*/ 0 h 30619"/>
                <a:gd name="csX1" fmla="*/ 15252 w 15252"/>
                <a:gd name="csY1" fmla="*/ 30619 h 30619"/>
                <a:gd name="csX2" fmla="*/ 0 w 15252"/>
                <a:gd name="csY2" fmla="*/ 30619 h 30619"/>
                <a:gd name="csX3" fmla="*/ 0 w 15252"/>
                <a:gd name="csY3" fmla="*/ 0 h 306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52" h="30619">
                  <a:moveTo>
                    <a:pt x="0" y="0"/>
                  </a:moveTo>
                  <a:lnTo>
                    <a:pt x="15252" y="30619"/>
                  </a:lnTo>
                  <a:lnTo>
                    <a:pt x="0" y="30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9BBDE6-F718-AC81-D024-91A6ADB5296D}"/>
              </a:ext>
            </a:extLst>
          </p:cNvPr>
          <p:cNvGrpSpPr/>
          <p:nvPr/>
        </p:nvGrpSpPr>
        <p:grpSpPr>
          <a:xfrm rot="6415738">
            <a:off x="3708456" y="2210451"/>
            <a:ext cx="2065448" cy="2203705"/>
            <a:chOff x="4545664" y="2478024"/>
            <a:chExt cx="2065448" cy="220370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08C8FC0-E9D2-19EF-FC0B-0C951148CB95}"/>
                </a:ext>
              </a:extLst>
            </p:cNvPr>
            <p:cNvSpPr/>
            <p:nvPr/>
          </p:nvSpPr>
          <p:spPr>
            <a:xfrm>
              <a:off x="5562224" y="2478024"/>
              <a:ext cx="1035800" cy="2203704"/>
            </a:xfrm>
            <a:custGeom>
              <a:avLst/>
              <a:gdLst>
                <a:gd name="csX0" fmla="*/ 15240 w 1206996"/>
                <a:gd name="csY0" fmla="*/ 0 h 2423160"/>
                <a:gd name="csX1" fmla="*/ 1206996 w 1206996"/>
                <a:gd name="csY1" fmla="*/ 2392541 h 2423160"/>
                <a:gd name="csX2" fmla="*/ 1206996 w 1206996"/>
                <a:gd name="csY2" fmla="*/ 2423160 h 2423160"/>
                <a:gd name="csX3" fmla="*/ 0 w 1206996"/>
                <a:gd name="csY3" fmla="*/ 1645927 h 2423160"/>
                <a:gd name="csX4" fmla="*/ 0 w 1206996"/>
                <a:gd name="csY4" fmla="*/ 30596 h 2423160"/>
                <a:gd name="csX5" fmla="*/ 15240 w 1206996"/>
                <a:gd name="csY5" fmla="*/ 0 h 2423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06996" h="2423160">
                  <a:moveTo>
                    <a:pt x="15240" y="0"/>
                  </a:moveTo>
                  <a:lnTo>
                    <a:pt x="1206996" y="2392541"/>
                  </a:lnTo>
                  <a:lnTo>
                    <a:pt x="1206996" y="2423160"/>
                  </a:lnTo>
                  <a:lnTo>
                    <a:pt x="0" y="1645927"/>
                  </a:lnTo>
                  <a:lnTo>
                    <a:pt x="0" y="30596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E35399-31D5-58F5-D49D-5DAC592545A4}"/>
                </a:ext>
              </a:extLst>
            </p:cNvPr>
            <p:cNvSpPr/>
            <p:nvPr/>
          </p:nvSpPr>
          <p:spPr>
            <a:xfrm>
              <a:off x="4545664" y="2505849"/>
              <a:ext cx="1016560" cy="2162750"/>
            </a:xfrm>
            <a:custGeom>
              <a:avLst/>
              <a:gdLst>
                <a:gd name="csX0" fmla="*/ 1184577 w 1184577"/>
                <a:gd name="csY0" fmla="*/ 0 h 2378128"/>
                <a:gd name="csX1" fmla="*/ 1184577 w 1184577"/>
                <a:gd name="csY1" fmla="*/ 1615331 h 2378128"/>
                <a:gd name="csX2" fmla="*/ 0 w 1184577"/>
                <a:gd name="csY2" fmla="*/ 2378128 h 2378128"/>
                <a:gd name="csX3" fmla="*/ 1184577 w 1184577"/>
                <a:gd name="csY3" fmla="*/ 0 h 2378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577" h="2378128">
                  <a:moveTo>
                    <a:pt x="1184577" y="0"/>
                  </a:moveTo>
                  <a:lnTo>
                    <a:pt x="1184577" y="1615331"/>
                  </a:lnTo>
                  <a:lnTo>
                    <a:pt x="0" y="2378128"/>
                  </a:lnTo>
                  <a:lnTo>
                    <a:pt x="1184577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C68C998-63C4-E073-1E93-8DDDDFA5EC6E}"/>
                </a:ext>
              </a:extLst>
            </p:cNvPr>
            <p:cNvSpPr/>
            <p:nvPr/>
          </p:nvSpPr>
          <p:spPr>
            <a:xfrm>
              <a:off x="6598023" y="4653883"/>
              <a:ext cx="13089" cy="27846"/>
            </a:xfrm>
            <a:custGeom>
              <a:avLst/>
              <a:gdLst>
                <a:gd name="csX0" fmla="*/ 0 w 15252"/>
                <a:gd name="csY0" fmla="*/ 0 h 30619"/>
                <a:gd name="csX1" fmla="*/ 15252 w 15252"/>
                <a:gd name="csY1" fmla="*/ 30619 h 30619"/>
                <a:gd name="csX2" fmla="*/ 0 w 15252"/>
                <a:gd name="csY2" fmla="*/ 30619 h 30619"/>
                <a:gd name="csX3" fmla="*/ 0 w 15252"/>
                <a:gd name="csY3" fmla="*/ 0 h 306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52" h="30619">
                  <a:moveTo>
                    <a:pt x="0" y="0"/>
                  </a:moveTo>
                  <a:lnTo>
                    <a:pt x="15252" y="30619"/>
                  </a:lnTo>
                  <a:lnTo>
                    <a:pt x="0" y="30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AF49FF-4344-DCE3-8DFE-0D3E9FD6CFB7}"/>
              </a:ext>
            </a:extLst>
          </p:cNvPr>
          <p:cNvGrpSpPr/>
          <p:nvPr/>
        </p:nvGrpSpPr>
        <p:grpSpPr>
          <a:xfrm rot="4313506">
            <a:off x="6799554" y="2054379"/>
            <a:ext cx="2065448" cy="2203705"/>
            <a:chOff x="4545664" y="2478024"/>
            <a:chExt cx="2065448" cy="2203705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2D7219-884A-688E-83F7-01D498A23D17}"/>
                </a:ext>
              </a:extLst>
            </p:cNvPr>
            <p:cNvSpPr/>
            <p:nvPr/>
          </p:nvSpPr>
          <p:spPr>
            <a:xfrm>
              <a:off x="5562224" y="2478024"/>
              <a:ext cx="1035800" cy="2203704"/>
            </a:xfrm>
            <a:custGeom>
              <a:avLst/>
              <a:gdLst>
                <a:gd name="csX0" fmla="*/ 15240 w 1206996"/>
                <a:gd name="csY0" fmla="*/ 0 h 2423160"/>
                <a:gd name="csX1" fmla="*/ 1206996 w 1206996"/>
                <a:gd name="csY1" fmla="*/ 2392541 h 2423160"/>
                <a:gd name="csX2" fmla="*/ 1206996 w 1206996"/>
                <a:gd name="csY2" fmla="*/ 2423160 h 2423160"/>
                <a:gd name="csX3" fmla="*/ 0 w 1206996"/>
                <a:gd name="csY3" fmla="*/ 1645927 h 2423160"/>
                <a:gd name="csX4" fmla="*/ 0 w 1206996"/>
                <a:gd name="csY4" fmla="*/ 30596 h 2423160"/>
                <a:gd name="csX5" fmla="*/ 15240 w 1206996"/>
                <a:gd name="csY5" fmla="*/ 0 h 2423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06996" h="2423160">
                  <a:moveTo>
                    <a:pt x="15240" y="0"/>
                  </a:moveTo>
                  <a:lnTo>
                    <a:pt x="1206996" y="2392541"/>
                  </a:lnTo>
                  <a:lnTo>
                    <a:pt x="1206996" y="2423160"/>
                  </a:lnTo>
                  <a:lnTo>
                    <a:pt x="0" y="1645927"/>
                  </a:lnTo>
                  <a:lnTo>
                    <a:pt x="0" y="30596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3631A88-77F3-C876-77ED-8B30760BE3A5}"/>
                </a:ext>
              </a:extLst>
            </p:cNvPr>
            <p:cNvSpPr/>
            <p:nvPr/>
          </p:nvSpPr>
          <p:spPr>
            <a:xfrm>
              <a:off x="4545664" y="2505849"/>
              <a:ext cx="1016560" cy="2162750"/>
            </a:xfrm>
            <a:custGeom>
              <a:avLst/>
              <a:gdLst>
                <a:gd name="csX0" fmla="*/ 1184577 w 1184577"/>
                <a:gd name="csY0" fmla="*/ 0 h 2378128"/>
                <a:gd name="csX1" fmla="*/ 1184577 w 1184577"/>
                <a:gd name="csY1" fmla="*/ 1615331 h 2378128"/>
                <a:gd name="csX2" fmla="*/ 0 w 1184577"/>
                <a:gd name="csY2" fmla="*/ 2378128 h 2378128"/>
                <a:gd name="csX3" fmla="*/ 1184577 w 1184577"/>
                <a:gd name="csY3" fmla="*/ 0 h 2378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577" h="2378128">
                  <a:moveTo>
                    <a:pt x="1184577" y="0"/>
                  </a:moveTo>
                  <a:lnTo>
                    <a:pt x="1184577" y="1615331"/>
                  </a:lnTo>
                  <a:lnTo>
                    <a:pt x="0" y="2378128"/>
                  </a:lnTo>
                  <a:lnTo>
                    <a:pt x="118457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F4CB80D-9A29-8A2C-5F2B-4520BDA9BECB}"/>
                </a:ext>
              </a:extLst>
            </p:cNvPr>
            <p:cNvSpPr/>
            <p:nvPr/>
          </p:nvSpPr>
          <p:spPr>
            <a:xfrm>
              <a:off x="6598023" y="4653883"/>
              <a:ext cx="13089" cy="27846"/>
            </a:xfrm>
            <a:custGeom>
              <a:avLst/>
              <a:gdLst>
                <a:gd name="csX0" fmla="*/ 0 w 15252"/>
                <a:gd name="csY0" fmla="*/ 0 h 30619"/>
                <a:gd name="csX1" fmla="*/ 15252 w 15252"/>
                <a:gd name="csY1" fmla="*/ 30619 h 30619"/>
                <a:gd name="csX2" fmla="*/ 0 w 15252"/>
                <a:gd name="csY2" fmla="*/ 30619 h 30619"/>
                <a:gd name="csX3" fmla="*/ 0 w 15252"/>
                <a:gd name="csY3" fmla="*/ 0 h 306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52" h="30619">
                  <a:moveTo>
                    <a:pt x="0" y="0"/>
                  </a:moveTo>
                  <a:lnTo>
                    <a:pt x="15252" y="30619"/>
                  </a:lnTo>
                  <a:lnTo>
                    <a:pt x="0" y="30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999033D-578F-F634-D8B1-0748A379C5C7}"/>
              </a:ext>
            </a:extLst>
          </p:cNvPr>
          <p:cNvGrpSpPr/>
          <p:nvPr/>
        </p:nvGrpSpPr>
        <p:grpSpPr>
          <a:xfrm rot="2868405">
            <a:off x="9725924" y="872234"/>
            <a:ext cx="2065448" cy="2203705"/>
            <a:chOff x="4855599" y="2441965"/>
            <a:chExt cx="2065448" cy="2203705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03B508-F3EE-500E-7ABA-0F5EC9D397D8}"/>
                </a:ext>
              </a:extLst>
            </p:cNvPr>
            <p:cNvSpPr/>
            <p:nvPr/>
          </p:nvSpPr>
          <p:spPr>
            <a:xfrm>
              <a:off x="5872159" y="2441965"/>
              <a:ext cx="1035800" cy="2203704"/>
            </a:xfrm>
            <a:custGeom>
              <a:avLst/>
              <a:gdLst>
                <a:gd name="csX0" fmla="*/ 15240 w 1206996"/>
                <a:gd name="csY0" fmla="*/ 0 h 2423160"/>
                <a:gd name="csX1" fmla="*/ 1206996 w 1206996"/>
                <a:gd name="csY1" fmla="*/ 2392541 h 2423160"/>
                <a:gd name="csX2" fmla="*/ 1206996 w 1206996"/>
                <a:gd name="csY2" fmla="*/ 2423160 h 2423160"/>
                <a:gd name="csX3" fmla="*/ 0 w 1206996"/>
                <a:gd name="csY3" fmla="*/ 1645927 h 2423160"/>
                <a:gd name="csX4" fmla="*/ 0 w 1206996"/>
                <a:gd name="csY4" fmla="*/ 30596 h 2423160"/>
                <a:gd name="csX5" fmla="*/ 15240 w 1206996"/>
                <a:gd name="csY5" fmla="*/ 0 h 2423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206996" h="2423160">
                  <a:moveTo>
                    <a:pt x="15240" y="0"/>
                  </a:moveTo>
                  <a:lnTo>
                    <a:pt x="1206996" y="2392541"/>
                  </a:lnTo>
                  <a:lnTo>
                    <a:pt x="1206996" y="2423160"/>
                  </a:lnTo>
                  <a:lnTo>
                    <a:pt x="0" y="1645927"/>
                  </a:lnTo>
                  <a:lnTo>
                    <a:pt x="0" y="30596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B814936-0897-2AD6-A167-C7A0665BF1B7}"/>
                </a:ext>
              </a:extLst>
            </p:cNvPr>
            <p:cNvSpPr/>
            <p:nvPr/>
          </p:nvSpPr>
          <p:spPr>
            <a:xfrm>
              <a:off x="4855599" y="2469790"/>
              <a:ext cx="1016560" cy="2162750"/>
            </a:xfrm>
            <a:custGeom>
              <a:avLst/>
              <a:gdLst>
                <a:gd name="csX0" fmla="*/ 1184577 w 1184577"/>
                <a:gd name="csY0" fmla="*/ 0 h 2378128"/>
                <a:gd name="csX1" fmla="*/ 1184577 w 1184577"/>
                <a:gd name="csY1" fmla="*/ 1615331 h 2378128"/>
                <a:gd name="csX2" fmla="*/ 0 w 1184577"/>
                <a:gd name="csY2" fmla="*/ 2378128 h 2378128"/>
                <a:gd name="csX3" fmla="*/ 1184577 w 1184577"/>
                <a:gd name="csY3" fmla="*/ 0 h 2378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84577" h="2378128">
                  <a:moveTo>
                    <a:pt x="1184577" y="0"/>
                  </a:moveTo>
                  <a:lnTo>
                    <a:pt x="1184577" y="1615331"/>
                  </a:lnTo>
                  <a:lnTo>
                    <a:pt x="0" y="2378128"/>
                  </a:lnTo>
                  <a:lnTo>
                    <a:pt x="1184577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C5ABD08-BE65-21AB-8C33-30057108C45B}"/>
                </a:ext>
              </a:extLst>
            </p:cNvPr>
            <p:cNvSpPr/>
            <p:nvPr/>
          </p:nvSpPr>
          <p:spPr>
            <a:xfrm>
              <a:off x="6907958" y="4617824"/>
              <a:ext cx="13089" cy="27846"/>
            </a:xfrm>
            <a:custGeom>
              <a:avLst/>
              <a:gdLst>
                <a:gd name="csX0" fmla="*/ 0 w 15252"/>
                <a:gd name="csY0" fmla="*/ 0 h 30619"/>
                <a:gd name="csX1" fmla="*/ 15252 w 15252"/>
                <a:gd name="csY1" fmla="*/ 30619 h 30619"/>
                <a:gd name="csX2" fmla="*/ 0 w 15252"/>
                <a:gd name="csY2" fmla="*/ 30619 h 30619"/>
                <a:gd name="csX3" fmla="*/ 0 w 15252"/>
                <a:gd name="csY3" fmla="*/ 0 h 306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252" h="30619">
                  <a:moveTo>
                    <a:pt x="0" y="0"/>
                  </a:moveTo>
                  <a:lnTo>
                    <a:pt x="15252" y="30619"/>
                  </a:lnTo>
                  <a:lnTo>
                    <a:pt x="0" y="30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619C20-ED6D-51DF-DC39-F25077892F8D}"/>
              </a:ext>
            </a:extLst>
          </p:cNvPr>
          <p:cNvSpPr txBox="1"/>
          <p:nvPr/>
        </p:nvSpPr>
        <p:spPr>
          <a:xfrm>
            <a:off x="10761059" y="3636839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04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CF3CC-B284-C988-F337-E5A9AA29C2A7}"/>
              </a:ext>
            </a:extLst>
          </p:cNvPr>
          <p:cNvSpPr txBox="1"/>
          <p:nvPr/>
        </p:nvSpPr>
        <p:spPr>
          <a:xfrm>
            <a:off x="7583306" y="4411576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03</a:t>
            </a:r>
            <a:endParaRPr lang="en-IN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36477-35E9-0DBE-41F4-6A38534998EE}"/>
              </a:ext>
            </a:extLst>
          </p:cNvPr>
          <p:cNvSpPr txBox="1"/>
          <p:nvPr/>
        </p:nvSpPr>
        <p:spPr>
          <a:xfrm>
            <a:off x="4196669" y="4411577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02</a:t>
            </a:r>
            <a:endParaRPr lang="en-IN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E8C2C-CA8B-5867-571B-DC083832CEB5}"/>
              </a:ext>
            </a:extLst>
          </p:cNvPr>
          <p:cNvSpPr txBox="1"/>
          <p:nvPr/>
        </p:nvSpPr>
        <p:spPr>
          <a:xfrm>
            <a:off x="1390762" y="3580580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01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278883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1</cp:revision>
  <dcterms:created xsi:type="dcterms:W3CDTF">2026-08-13T13:12:49Z</dcterms:created>
  <dcterms:modified xsi:type="dcterms:W3CDTF">2026-08-13T13:21:11Z</dcterms:modified>
</cp:coreProperties>
</file>