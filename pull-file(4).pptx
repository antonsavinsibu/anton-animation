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6F82-D933-66EF-FBD2-3A36A9C10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84DDB-D140-4285-B4E4-C3B46ADD5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CDD87-E291-5C1D-92DA-7220F6DE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817D-1BDC-C9AD-D842-6459AC07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238AF-E2CC-32EE-7D6A-96EFD59E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30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7898-5F38-23D4-CEDA-FEA10DC6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1F126-CE26-B8F0-A62E-66C1AB698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480-2CB3-348E-B52A-22CBFADF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3C4-7E0F-2A6A-4C47-E820D894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9F345-45AD-1CB5-1998-6C675FDF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59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6961-157B-93BE-FDAC-C2BA5C9B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54F3C-95DA-354A-9017-E1B9896D7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7EB8D-E3C5-7FED-4D75-5DA28BA1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2F794-3853-BC72-EEB8-C27FE5C7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9557F-9947-FEC5-7626-B0BAA8B9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41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D805-B9A9-FDD3-F9C1-43C3F00B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E2CE2-1970-8230-E7EF-8E9E09FF0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BE987-4C97-3444-9E10-F7101FDB1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89ADA-46A7-C076-A055-D45D5BE4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5C072-B580-DC98-48C7-FA699603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BA98F-8F4A-C418-63F8-F7B5BFA8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00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AA85-01A1-A967-7707-56499BDE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FE79D-1C19-E8F9-0CB1-1C1EF259E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E4C01-A07C-248B-127D-899EF1A86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1F1F7-D071-8951-53AB-75425D978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BCCE1-D04B-9EF8-E827-CD12C0895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CE9C3-345A-30CD-3FFC-2B15D08B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F5E35-E4CF-3842-ECF7-A54F28EC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57553-9BA5-C894-F4D2-3FEE3712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14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DBB3-54EF-DB43-FC00-02C3B551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A7107-31FD-DFA0-3A13-50E51098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A52B4-A72C-FDB7-DB96-65C9B448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2990C-5797-05B6-FB51-1DB6FC145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05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BAAA3C-7332-02D1-22CD-43AFB507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485C6-9992-DDEE-9E77-0BE7EF6D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9058D-EA4A-0675-9550-217012DE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08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6393-CB4F-CB63-CEDF-B572C022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89E7-0D3D-B870-17E3-31505D41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A350F-9FCF-8744-08BB-B9A892A0D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9892C-3DCB-54C0-62EB-35E2EBE4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FC8D0-7B26-2A71-E03E-355C404F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1C068-A777-C600-982B-DDB6598A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92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A528-D66A-257D-C614-15FDCC20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24946-FDA6-37C1-B788-4C2AC2D91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65C2-3B11-A1BA-7E97-465349F1E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7D267-2DFF-9FF3-C962-8D9381FC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AAE99-2DDA-F1CE-F13C-B15DD269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A28E6-4B9B-B818-8028-D4494017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5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2F9D-21A1-EE70-DB6F-DA8E410D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22A88-9A29-8077-9AD1-CB1F054DA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0E46A-D81B-C6A9-FA74-EB2E1276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16283-7F17-B860-4E7A-BDE14ED4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64E63-3DF4-0E9C-164A-1E0CF8EC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2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EF1B0-9D34-A611-E6FE-8475CEE1D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D3862-BF9C-132E-C050-08F09FB54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724E1-E0C1-9010-5DAA-237FE196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7A50C-58C4-9450-1544-DF3B8731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F8C2A-FD95-1DA9-09BC-E49825A4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75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378AF-5309-97D5-FCCA-E7BFD038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E087-9EF3-3E86-2853-96FDB43AF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201D2-94E0-1165-876E-6F358E7B1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89491-CE74-1932-67C5-12B648536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43BB9-11D3-6423-715D-EE83C293B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0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772A4-AF1C-B02E-C7C5-F1C3E78D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386A1E9-14D0-BAA2-4325-F01290383EC9}"/>
              </a:ext>
            </a:extLst>
          </p:cNvPr>
          <p:cNvSpPr/>
          <p:nvPr/>
        </p:nvSpPr>
        <p:spPr>
          <a:xfrm rot="5400000">
            <a:off x="-1192257" y="1547977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79E35ED-11EB-D822-08DB-33BA1C6519EA}"/>
              </a:ext>
            </a:extLst>
          </p:cNvPr>
          <p:cNvSpPr/>
          <p:nvPr/>
        </p:nvSpPr>
        <p:spPr>
          <a:xfrm rot="5400000">
            <a:off x="-2086954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A8DE6B-7494-ACA8-D2C6-928F38540E41}"/>
              </a:ext>
            </a:extLst>
          </p:cNvPr>
          <p:cNvSpPr/>
          <p:nvPr/>
        </p:nvSpPr>
        <p:spPr>
          <a:xfrm rot="5400000">
            <a:off x="-3073276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3F409B1-FB20-FB25-5A10-D7461087F896}"/>
              </a:ext>
            </a:extLst>
          </p:cNvPr>
          <p:cNvSpPr/>
          <p:nvPr/>
        </p:nvSpPr>
        <p:spPr>
          <a:xfrm rot="5400000">
            <a:off x="-3967973" y="1547979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40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EAB7-5234-B9F7-3EA0-DDF0120B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80C1E8-2506-1BE9-BAD5-442BE6E81995}"/>
              </a:ext>
            </a:extLst>
          </p:cNvPr>
          <p:cNvSpPr/>
          <p:nvPr/>
        </p:nvSpPr>
        <p:spPr>
          <a:xfrm rot="5400000">
            <a:off x="1042943" y="1547979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948E53D-243A-A669-D91D-893BBF62D41D}"/>
              </a:ext>
            </a:extLst>
          </p:cNvPr>
          <p:cNvSpPr/>
          <p:nvPr/>
        </p:nvSpPr>
        <p:spPr>
          <a:xfrm rot="5400000">
            <a:off x="-2086954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E8E4805-C142-73C3-F1AB-D0D9B8D6B23C}"/>
              </a:ext>
            </a:extLst>
          </p:cNvPr>
          <p:cNvSpPr/>
          <p:nvPr/>
        </p:nvSpPr>
        <p:spPr>
          <a:xfrm rot="5400000">
            <a:off x="-3073276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44D7680-05E7-54DE-5B05-BD7A5B19159C}"/>
              </a:ext>
            </a:extLst>
          </p:cNvPr>
          <p:cNvSpPr/>
          <p:nvPr/>
        </p:nvSpPr>
        <p:spPr>
          <a:xfrm rot="5400000">
            <a:off x="-3967973" y="1547979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182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3645-3CA7-E4DC-C020-D00CCF73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609547-5761-D863-6224-98B54B8A4C46}"/>
              </a:ext>
            </a:extLst>
          </p:cNvPr>
          <p:cNvSpPr/>
          <p:nvPr/>
        </p:nvSpPr>
        <p:spPr>
          <a:xfrm rot="5400000">
            <a:off x="3176543" y="1547977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3117F50-1161-BF44-1FB0-6D95CB762CDD}"/>
              </a:ext>
            </a:extLst>
          </p:cNvPr>
          <p:cNvSpPr/>
          <p:nvPr/>
        </p:nvSpPr>
        <p:spPr>
          <a:xfrm rot="5400000">
            <a:off x="61485" y="1547979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FC9BC64-BDB3-5596-0378-3B0D65A4BF47}"/>
              </a:ext>
            </a:extLst>
          </p:cNvPr>
          <p:cNvSpPr/>
          <p:nvPr/>
        </p:nvSpPr>
        <p:spPr>
          <a:xfrm rot="5400000">
            <a:off x="-3073276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58A769C-2D74-CAFC-E7FB-849E99A8CA46}"/>
              </a:ext>
            </a:extLst>
          </p:cNvPr>
          <p:cNvSpPr/>
          <p:nvPr/>
        </p:nvSpPr>
        <p:spPr>
          <a:xfrm rot="5400000">
            <a:off x="-3967973" y="1547979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14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BD921-3C7C-6889-F1E6-B27ABC80D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18D483-2CCD-CF27-C792-B8C19678664D}"/>
              </a:ext>
            </a:extLst>
          </p:cNvPr>
          <p:cNvSpPr/>
          <p:nvPr/>
        </p:nvSpPr>
        <p:spPr>
          <a:xfrm rot="5400000">
            <a:off x="5421718" y="1547979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DB03827-393B-923B-EEB3-E9B651D0E118}"/>
              </a:ext>
            </a:extLst>
          </p:cNvPr>
          <p:cNvSpPr/>
          <p:nvPr/>
        </p:nvSpPr>
        <p:spPr>
          <a:xfrm rot="5400000">
            <a:off x="2291821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0279866-07E1-6054-E128-3CE4FE1C4755}"/>
              </a:ext>
            </a:extLst>
          </p:cNvPr>
          <p:cNvSpPr/>
          <p:nvPr/>
        </p:nvSpPr>
        <p:spPr>
          <a:xfrm rot="5400000">
            <a:off x="-838076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5F820BC-5FCE-5889-E4BA-94EFDA9D57B5}"/>
              </a:ext>
            </a:extLst>
          </p:cNvPr>
          <p:cNvSpPr/>
          <p:nvPr/>
        </p:nvSpPr>
        <p:spPr>
          <a:xfrm rot="5400000">
            <a:off x="-3967973" y="1547979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562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D183-F668-4864-4951-3EC3731E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CC82035-12EA-D888-8693-7B497990ABF8}"/>
              </a:ext>
            </a:extLst>
          </p:cNvPr>
          <p:cNvSpPr/>
          <p:nvPr/>
        </p:nvSpPr>
        <p:spPr>
          <a:xfrm rot="5400000">
            <a:off x="7568018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A1BBE58-2784-423F-28CE-79F68DF24E66}"/>
              </a:ext>
            </a:extLst>
          </p:cNvPr>
          <p:cNvSpPr/>
          <p:nvPr/>
        </p:nvSpPr>
        <p:spPr>
          <a:xfrm rot="5400000">
            <a:off x="4438122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99B40AD-EDEB-E8B4-0027-9428B35D399D}"/>
              </a:ext>
            </a:extLst>
          </p:cNvPr>
          <p:cNvSpPr/>
          <p:nvPr/>
        </p:nvSpPr>
        <p:spPr>
          <a:xfrm rot="5400000">
            <a:off x="1308226" y="1547979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5348EEF-C4F9-3A2E-67C5-1F66065BC69F}"/>
              </a:ext>
            </a:extLst>
          </p:cNvPr>
          <p:cNvSpPr/>
          <p:nvPr/>
        </p:nvSpPr>
        <p:spPr>
          <a:xfrm rot="5400000">
            <a:off x="-1821670" y="1547981"/>
            <a:ext cx="6858000" cy="376203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19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5</cp:revision>
  <dcterms:created xsi:type="dcterms:W3CDTF">2026-08-13T02:18:51Z</dcterms:created>
  <dcterms:modified xsi:type="dcterms:W3CDTF">2026-08-18T15:34:48Z</dcterms:modified>
</cp:coreProperties>
</file>