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7477-297F-DFE5-1F5A-85C3D16FF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91F4A-9285-EEFD-1792-AD6D825E7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85E6C-58CD-B741-A865-B461DCEA9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10B-50B5-4A8A-8B99-AC2D277E6A7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66D15-9A11-8987-D021-9AB2F8FA2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4D2B3-2E6A-7B2B-A044-6ACB1349B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FDCF-C0EE-4CD4-8348-84738BC39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816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50EB8-BF13-F802-9D7B-69463D2E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1CFE7-8FC7-12A6-A06C-7A8F017DD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83AE2-33BC-C9CD-5C2A-B55D267AB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10B-50B5-4A8A-8B99-AC2D277E6A7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AEB89-B41D-2994-D977-9506A42A3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3C683-01B5-AE63-5A8C-F407AD80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FDCF-C0EE-4CD4-8348-84738BC39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838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0489-C418-3D46-6838-EC158EB6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5A24F-E1E6-53E0-89FB-5B349A61F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8EECF-7D87-F50E-9837-52F432076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10B-50B5-4A8A-8B99-AC2D277E6A7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AFF24-2D58-6D71-97EC-F63BF2530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CC3F-F779-0D92-AAA8-BCBE6F82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FDCF-C0EE-4CD4-8348-84738BC39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33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C26C4-751D-23B8-4517-B295C8CB1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56BE2-B6BB-E765-19CD-86A87DA4C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D2ACE-B5C0-617A-3498-7B8365424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A94525-3720-D65E-5CC6-8AA0E2AB8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10B-50B5-4A8A-8B99-AC2D277E6A7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F90ED-F7DE-E8E8-C92A-8F45BD718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1A7D4-BC12-B5CB-3108-7AB1FD90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FDCF-C0EE-4CD4-8348-84738BC39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28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91EC3-1E7A-D757-ED76-B49FE4092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55B70-F3CD-C79C-6E65-A8F145598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EF1C2-5D51-CCD5-EB1C-FA3D15D07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5628D-8407-BE14-C534-B75C852B76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4BE9C-5253-EA9A-DB4F-A227CD9B23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A0C951-C97D-D2CE-D195-7ED0BDCE6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10B-50B5-4A8A-8B99-AC2D277E6A7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B41B1B-4B0F-EB79-229A-B6D0BFFF0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FE9E62-081B-97A9-1606-04754C3F8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FDCF-C0EE-4CD4-8348-84738BC39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136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12B1E-6E0B-F009-82B9-17D62B4C9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3F1B92-B1ED-C844-DF93-87E15A259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10B-50B5-4A8A-8B99-AC2D277E6A7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7C7BF2-E65F-4AF9-1EAE-C6BDB296F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053524-1642-4BC9-0E89-C9F966C8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FDCF-C0EE-4CD4-8348-84738BC39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520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343B-EB78-F16D-6B4F-D53A03D9A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10B-50B5-4A8A-8B99-AC2D277E6A7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A4BF53-2A6D-38BA-26B4-59AAE79BB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1864D-CABD-5E2F-2866-91691776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FDCF-C0EE-4CD4-8348-84738BC39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35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909D6-CB1C-A54F-9A5F-1A7650A30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52EE4-9B39-177E-9176-E9A1EA1B2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74020-D562-1FA0-5F9B-761DC98BB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3E4F2-EE0D-69BB-389C-C88230DBD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10B-50B5-4A8A-8B99-AC2D277E6A7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B86E8-2191-C92C-5F38-69675181C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81BE6-FB82-7082-BC84-72D91B907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FDCF-C0EE-4CD4-8348-84738BC39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19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C4CD4-25D8-4B8F-1ACB-7DB58C3ED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026EFC-6706-9344-A456-B1533E0A4E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25D35-1658-562C-52D6-FDA429B7D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81696-1656-B5E8-9C05-26CA5F6FB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10B-50B5-4A8A-8B99-AC2D277E6A7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A60DC-63FD-5E0C-DCA5-9FE1867B1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EF63F9-C4B3-6A63-53EC-C4DEDDEE2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FDCF-C0EE-4CD4-8348-84738BC39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311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1FAA7-6D36-FCE0-9A0C-EB5B02D6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4B543-9C1A-8C0E-296F-3E1361E98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1767E-3C18-B281-8CB5-DFA61AFA9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10B-50B5-4A8A-8B99-AC2D277E6A7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12E95-31E0-10B7-BF94-A499B16D0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8A73D-8A18-A506-4EDF-B413469F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FDCF-C0EE-4CD4-8348-84738BC39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55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311255-A946-E0B4-A101-203122FC6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22E47-CCA9-29F3-0BE9-D09BF9006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42B75-FFDF-DEBD-E1AC-7794D78A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10B-50B5-4A8A-8B99-AC2D277E6A7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39DEA-3AB2-D5F3-0446-1442D819B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1C370-C52C-D673-7003-9783FF7F7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FDCF-C0EE-4CD4-8348-84738BC39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289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ECF8DE-0BCD-FF87-09B7-EDB9C989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4EA77-848A-0041-752A-1F666FA4C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AC1DF-DE47-DC0F-2B92-D348B6DD5C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24010B-50B5-4A8A-8B99-AC2D277E6A7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A8934-E3A0-E5F3-B42F-CF9371BA1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CFFBF-1477-3883-0EC2-AA99A4CB9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BFDCF-C0EE-4CD4-8348-84738BC39F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461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F44CB6F-E5AA-8D13-A173-B2EAE8E692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6A91D2-6729-49E8-D444-7987F6EEE1D2}"/>
              </a:ext>
            </a:extLst>
          </p:cNvPr>
          <p:cNvSpPr/>
          <p:nvPr/>
        </p:nvSpPr>
        <p:spPr>
          <a:xfrm>
            <a:off x="445008" y="301752"/>
            <a:ext cx="11301984" cy="15636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4421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AAFA6-E11B-9DE3-C285-868276F9D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62E8E0D-C98D-167B-CAB9-60A5D923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71C0A4-21A5-4033-FC20-73FA951BDD3C}"/>
              </a:ext>
            </a:extLst>
          </p:cNvPr>
          <p:cNvSpPr/>
          <p:nvPr/>
        </p:nvSpPr>
        <p:spPr>
          <a:xfrm flipV="1">
            <a:off x="445008" y="1865376"/>
            <a:ext cx="11301984" cy="156362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8594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19755-A547-452F-EB08-D581C9030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6863B6D-20E9-3367-E54A-9414FE9A6C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01F404-A5B0-848C-8059-DEF11B9440EA}"/>
              </a:ext>
            </a:extLst>
          </p:cNvPr>
          <p:cNvSpPr/>
          <p:nvPr/>
        </p:nvSpPr>
        <p:spPr>
          <a:xfrm>
            <a:off x="445008" y="3429000"/>
            <a:ext cx="11301984" cy="15636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844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054FC-7871-2577-1EC9-5AB1F6FEF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7239BDE-09C4-A092-7684-8BDD8DC3EF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CFC7C8-38BB-21F7-F916-D1A30A600312}"/>
              </a:ext>
            </a:extLst>
          </p:cNvPr>
          <p:cNvSpPr/>
          <p:nvPr/>
        </p:nvSpPr>
        <p:spPr>
          <a:xfrm flipV="1">
            <a:off x="445008" y="4992624"/>
            <a:ext cx="11301984" cy="156362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1030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annasera462@gmail.com</dc:creator>
  <cp:lastModifiedBy>annasera462@gmail.com</cp:lastModifiedBy>
  <cp:revision>1</cp:revision>
  <dcterms:created xsi:type="dcterms:W3CDTF">2026-08-13T12:47:13Z</dcterms:created>
  <dcterms:modified xsi:type="dcterms:W3CDTF">2026-08-13T12:47:32Z</dcterms:modified>
</cp:coreProperties>
</file>