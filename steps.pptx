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4" d="100"/>
          <a:sy n="44" d="100"/>
        </p:scale>
        <p:origin x="152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0890-C64B-7794-A48D-712C26CFE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7F242-FD2F-AB30-5606-528EC7A64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CB1A0-F7B7-5033-3F8A-1B0D60347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8FA57-5818-1551-7E5C-52A2DB8EF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A6474-FA78-A9E3-7E75-4546A56B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960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57800-FE63-3270-DB97-8059DF591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B92EC-7F00-B575-8D3C-C2F18E709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E9838-527E-B86C-A9AE-62557B76B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A414-43E5-469A-B940-C910CE540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8DF4-5FEC-6F6A-3873-408F9987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832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4539-0283-F012-5727-793207D1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A37EC-3CB6-758D-06D9-72A5EFF2F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EF68D-E991-F528-3952-B5A3CE55B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49960-1953-9E09-5C64-B28CFFE5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AA6DD-721B-F626-C7FA-6CB56F7EE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957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79D9-5882-13A4-FC22-934D2439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88C5-8760-E72A-1338-BE575F635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507A3-11CB-AF87-6673-95313806E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89C91-4C62-B046-4193-43308605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C99F8-7820-0089-644C-867A9B33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A7FDF-85D1-6529-BFD0-9CA771433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05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AA8E3-0869-E071-3672-59200269C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85E66-5ADB-7EDD-8BB3-34B32F875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69A5E-726B-82ED-BF6E-A708DFBA9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A1E14D-2A7A-2908-6335-2243CBE2F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AF423-9440-9E2E-5CC8-04A54BE91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7474DD-A033-D752-9CD3-81B894047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869599-E38B-A7F9-E3D4-92D06CF3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E30FB-1917-FFA1-14FD-6C4D94FE2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780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74E55-51E9-3C9B-BE65-986AB7D8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B6324-1C1D-663C-5049-CDE805C93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E00BA-949D-A4F4-99DA-13B9A6E7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48BE2C-AFE7-0B7B-932B-E78EAF3DA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5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3B9EB-9ACF-1083-B138-813F63E77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0ACFF-A203-14B1-27A4-DA7FC9B8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6C495-C46C-1ADB-106D-A7A5E544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346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B3505-C7B4-0F2D-B5EF-75B7E8D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B2D43-F2A9-4C88-94A3-12F53D54F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EBFD93-C879-135F-20D0-2F878CB53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4609E-BFD0-3701-CEDE-B2FBA53CC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DDA6D-E844-E222-5188-80D1A076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4EEE1-8876-3E0C-7260-36D2B04A3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9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5DC8-17AD-1E58-4D69-E703E600D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F68DCE-44D4-58B9-3538-F9EF255086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37CD33-47DD-AA03-E2D5-EAB7A3470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E1585-1EFB-3E85-7F32-BBF0A94E7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9DEFA-55B8-6800-7350-0F9E10E8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CFA7E-C501-150F-6869-8349F03C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109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0840-E628-C0D9-4999-A974981F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6C988-7F8E-8A9D-550A-40DDE3223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B1FDC-AE3B-778D-68BB-34CB55D99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2B9D5-9FC7-4FB3-D4D0-64220A3AB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D29B9-B16F-58B4-689E-FBACC03BF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17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5AB812-D522-3450-F22A-99E7ADEEA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DA8C8-F7C3-4D8E-0160-AB2BBA22B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DFE9D-65E3-3A83-AC38-65A69B96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B0B81-9400-61D3-268D-647CB5DBE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4A663-C715-306E-1FAE-A52B0763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81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BEBC9-FB72-B14E-088A-8C60B06A9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E7F-07C5-ED04-761F-748253C0C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301BF-FBD1-1919-D264-44D1ADEC9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1D7BA-CD0C-442C-B8B3-2849C9F4143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38FFD-AC53-5662-3E74-BCBB02E02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440AC-C827-6B5A-B23F-C45899A5C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1367F-8A54-411F-A72A-D776E0EB5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79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0E76E729-D19D-5CDA-5281-90540E0C16EA}"/>
              </a:ext>
            </a:extLst>
          </p:cNvPr>
          <p:cNvGrpSpPr/>
          <p:nvPr/>
        </p:nvGrpSpPr>
        <p:grpSpPr>
          <a:xfrm>
            <a:off x="4656000" y="7255118"/>
            <a:ext cx="2880000" cy="3197352"/>
            <a:chOff x="3954959" y="1042416"/>
            <a:chExt cx="2880000" cy="3197352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4D8CDC3-FC93-2689-818E-EBD2F3705B69}"/>
                </a:ext>
              </a:extLst>
            </p:cNvPr>
            <p:cNvSpPr/>
            <p:nvPr/>
          </p:nvSpPr>
          <p:spPr>
            <a:xfrm rot="18898155">
              <a:off x="3954959" y="1193472"/>
              <a:ext cx="2880000" cy="2880000"/>
            </a:xfrm>
            <a:custGeom>
              <a:avLst/>
              <a:gdLst>
                <a:gd name="csX0" fmla="*/ 2160000 w 2880000"/>
                <a:gd name="csY0" fmla="*/ 0 h 2880000"/>
                <a:gd name="csX1" fmla="*/ 2880000 w 2880000"/>
                <a:gd name="csY1" fmla="*/ 720000 h 2880000"/>
                <a:gd name="csX2" fmla="*/ 2160000 w 2880000"/>
                <a:gd name="csY2" fmla="*/ 1440000 h 2880000"/>
                <a:gd name="csX3" fmla="*/ 1972613 w 2880000"/>
                <a:gd name="csY3" fmla="*/ 1440000 h 2880000"/>
                <a:gd name="csX4" fmla="*/ 1440000 w 2880000"/>
                <a:gd name="csY4" fmla="*/ 1972613 h 2880000"/>
                <a:gd name="csX5" fmla="*/ 1440000 w 2880000"/>
                <a:gd name="csY5" fmla="*/ 2160000 h 2880000"/>
                <a:gd name="csX6" fmla="*/ 720000 w 2880000"/>
                <a:gd name="csY6" fmla="*/ 2880000 h 2880000"/>
                <a:gd name="csX7" fmla="*/ 0 w 2880000"/>
                <a:gd name="csY7" fmla="*/ 2160000 h 2880000"/>
                <a:gd name="csX8" fmla="*/ 720000 w 2880000"/>
                <a:gd name="csY8" fmla="*/ 1440000 h 2880000"/>
                <a:gd name="csX9" fmla="*/ 907387 w 2880000"/>
                <a:gd name="csY9" fmla="*/ 1440000 h 2880000"/>
                <a:gd name="csX10" fmla="*/ 1440000 w 2880000"/>
                <a:gd name="csY10" fmla="*/ 907387 h 2880000"/>
                <a:gd name="csX11" fmla="*/ 1440000 w 2880000"/>
                <a:gd name="csY11" fmla="*/ 720000 h 2880000"/>
                <a:gd name="csX12" fmla="*/ 2160000 w 2880000"/>
                <a:gd name="csY12" fmla="*/ 0 h 28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880000" h="2880000">
                  <a:moveTo>
                    <a:pt x="2160000" y="0"/>
                  </a:moveTo>
                  <a:cubicBezTo>
                    <a:pt x="2557645" y="0"/>
                    <a:pt x="2880000" y="322355"/>
                    <a:pt x="2880000" y="720000"/>
                  </a:cubicBezTo>
                  <a:cubicBezTo>
                    <a:pt x="2880000" y="1117645"/>
                    <a:pt x="2557645" y="1440000"/>
                    <a:pt x="2160000" y="1440000"/>
                  </a:cubicBezTo>
                  <a:lnTo>
                    <a:pt x="1972613" y="1440000"/>
                  </a:lnTo>
                  <a:cubicBezTo>
                    <a:pt x="1678459" y="1440000"/>
                    <a:pt x="1440000" y="1678459"/>
                    <a:pt x="1440000" y="1972613"/>
                  </a:cubicBezTo>
                  <a:lnTo>
                    <a:pt x="1440000" y="2160000"/>
                  </a:lnTo>
                  <a:cubicBezTo>
                    <a:pt x="1440000" y="2557645"/>
                    <a:pt x="1117645" y="2880000"/>
                    <a:pt x="720000" y="2880000"/>
                  </a:cubicBezTo>
                  <a:cubicBezTo>
                    <a:pt x="322355" y="2880000"/>
                    <a:pt x="0" y="2557645"/>
                    <a:pt x="0" y="2160000"/>
                  </a:cubicBezTo>
                  <a:cubicBezTo>
                    <a:pt x="0" y="1762355"/>
                    <a:pt x="322355" y="1440000"/>
                    <a:pt x="720000" y="1440000"/>
                  </a:cubicBezTo>
                  <a:lnTo>
                    <a:pt x="907387" y="1440000"/>
                  </a:lnTo>
                  <a:cubicBezTo>
                    <a:pt x="1201541" y="1440000"/>
                    <a:pt x="1440000" y="1201541"/>
                    <a:pt x="1440000" y="907387"/>
                  </a:cubicBezTo>
                  <a:lnTo>
                    <a:pt x="1440000" y="720000"/>
                  </a:lnTo>
                  <a:cubicBezTo>
                    <a:pt x="1440000" y="322355"/>
                    <a:pt x="1762355" y="0"/>
                    <a:pt x="216000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9DA506E-C1BE-5A54-C861-8A9AD1A197C1}"/>
                </a:ext>
              </a:extLst>
            </p:cNvPr>
            <p:cNvGrpSpPr/>
            <p:nvPr/>
          </p:nvGrpSpPr>
          <p:grpSpPr>
            <a:xfrm>
              <a:off x="4837175" y="1042416"/>
              <a:ext cx="1115568" cy="3197352"/>
              <a:chOff x="4837175" y="1042416"/>
              <a:chExt cx="1115568" cy="3197352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DF85F13-F441-61E6-868F-0197C14591A2}"/>
                  </a:ext>
                </a:extLst>
              </p:cNvPr>
              <p:cNvSpPr/>
              <p:nvPr/>
            </p:nvSpPr>
            <p:spPr>
              <a:xfrm>
                <a:off x="4837175" y="1042416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AC32C11-D295-26E1-109C-9271EBA84752}"/>
                  </a:ext>
                </a:extLst>
              </p:cNvPr>
              <p:cNvSpPr/>
              <p:nvPr/>
            </p:nvSpPr>
            <p:spPr>
              <a:xfrm>
                <a:off x="4837175" y="3105912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D6FFD8B-789E-3CFE-97E8-58BB18A76532}"/>
              </a:ext>
            </a:extLst>
          </p:cNvPr>
          <p:cNvGrpSpPr/>
          <p:nvPr/>
        </p:nvGrpSpPr>
        <p:grpSpPr>
          <a:xfrm>
            <a:off x="4656000" y="7212548"/>
            <a:ext cx="2880000" cy="3197352"/>
            <a:chOff x="3954959" y="1042416"/>
            <a:chExt cx="2880000" cy="3197352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E3A2761-9DA0-719C-14FF-096781B0E8A9}"/>
                </a:ext>
              </a:extLst>
            </p:cNvPr>
            <p:cNvSpPr/>
            <p:nvPr/>
          </p:nvSpPr>
          <p:spPr>
            <a:xfrm rot="18898155">
              <a:off x="3954959" y="1193472"/>
              <a:ext cx="2880000" cy="2880000"/>
            </a:xfrm>
            <a:custGeom>
              <a:avLst/>
              <a:gdLst>
                <a:gd name="csX0" fmla="*/ 2160000 w 2880000"/>
                <a:gd name="csY0" fmla="*/ 0 h 2880000"/>
                <a:gd name="csX1" fmla="*/ 2880000 w 2880000"/>
                <a:gd name="csY1" fmla="*/ 720000 h 2880000"/>
                <a:gd name="csX2" fmla="*/ 2160000 w 2880000"/>
                <a:gd name="csY2" fmla="*/ 1440000 h 2880000"/>
                <a:gd name="csX3" fmla="*/ 1972613 w 2880000"/>
                <a:gd name="csY3" fmla="*/ 1440000 h 2880000"/>
                <a:gd name="csX4" fmla="*/ 1440000 w 2880000"/>
                <a:gd name="csY4" fmla="*/ 1972613 h 2880000"/>
                <a:gd name="csX5" fmla="*/ 1440000 w 2880000"/>
                <a:gd name="csY5" fmla="*/ 2160000 h 2880000"/>
                <a:gd name="csX6" fmla="*/ 720000 w 2880000"/>
                <a:gd name="csY6" fmla="*/ 2880000 h 2880000"/>
                <a:gd name="csX7" fmla="*/ 0 w 2880000"/>
                <a:gd name="csY7" fmla="*/ 2160000 h 2880000"/>
                <a:gd name="csX8" fmla="*/ 720000 w 2880000"/>
                <a:gd name="csY8" fmla="*/ 1440000 h 2880000"/>
                <a:gd name="csX9" fmla="*/ 907387 w 2880000"/>
                <a:gd name="csY9" fmla="*/ 1440000 h 2880000"/>
                <a:gd name="csX10" fmla="*/ 1440000 w 2880000"/>
                <a:gd name="csY10" fmla="*/ 907387 h 2880000"/>
                <a:gd name="csX11" fmla="*/ 1440000 w 2880000"/>
                <a:gd name="csY11" fmla="*/ 720000 h 2880000"/>
                <a:gd name="csX12" fmla="*/ 2160000 w 2880000"/>
                <a:gd name="csY12" fmla="*/ 0 h 28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880000" h="2880000">
                  <a:moveTo>
                    <a:pt x="2160000" y="0"/>
                  </a:moveTo>
                  <a:cubicBezTo>
                    <a:pt x="2557645" y="0"/>
                    <a:pt x="2880000" y="322355"/>
                    <a:pt x="2880000" y="720000"/>
                  </a:cubicBezTo>
                  <a:cubicBezTo>
                    <a:pt x="2880000" y="1117645"/>
                    <a:pt x="2557645" y="1440000"/>
                    <a:pt x="2160000" y="1440000"/>
                  </a:cubicBezTo>
                  <a:lnTo>
                    <a:pt x="1972613" y="1440000"/>
                  </a:lnTo>
                  <a:cubicBezTo>
                    <a:pt x="1678459" y="1440000"/>
                    <a:pt x="1440000" y="1678459"/>
                    <a:pt x="1440000" y="1972613"/>
                  </a:cubicBezTo>
                  <a:lnTo>
                    <a:pt x="1440000" y="2160000"/>
                  </a:lnTo>
                  <a:cubicBezTo>
                    <a:pt x="1440000" y="2557645"/>
                    <a:pt x="1117645" y="2880000"/>
                    <a:pt x="720000" y="2880000"/>
                  </a:cubicBezTo>
                  <a:cubicBezTo>
                    <a:pt x="322355" y="2880000"/>
                    <a:pt x="0" y="2557645"/>
                    <a:pt x="0" y="2160000"/>
                  </a:cubicBezTo>
                  <a:cubicBezTo>
                    <a:pt x="0" y="1762355"/>
                    <a:pt x="322355" y="1440000"/>
                    <a:pt x="720000" y="1440000"/>
                  </a:cubicBezTo>
                  <a:lnTo>
                    <a:pt x="907387" y="1440000"/>
                  </a:lnTo>
                  <a:cubicBezTo>
                    <a:pt x="1201541" y="1440000"/>
                    <a:pt x="1440000" y="1201541"/>
                    <a:pt x="1440000" y="907387"/>
                  </a:cubicBezTo>
                  <a:lnTo>
                    <a:pt x="1440000" y="720000"/>
                  </a:lnTo>
                  <a:cubicBezTo>
                    <a:pt x="1440000" y="322355"/>
                    <a:pt x="1762355" y="0"/>
                    <a:pt x="216000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B19EA35-61D0-7EA8-1708-D6FC5498B451}"/>
                </a:ext>
              </a:extLst>
            </p:cNvPr>
            <p:cNvGrpSpPr/>
            <p:nvPr/>
          </p:nvGrpSpPr>
          <p:grpSpPr>
            <a:xfrm>
              <a:off x="4837175" y="1042416"/>
              <a:ext cx="1115568" cy="3197352"/>
              <a:chOff x="4837175" y="1042416"/>
              <a:chExt cx="1115568" cy="3197352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A579BC14-5E8B-6AC2-31C4-F589653EEF23}"/>
                  </a:ext>
                </a:extLst>
              </p:cNvPr>
              <p:cNvSpPr/>
              <p:nvPr/>
            </p:nvSpPr>
            <p:spPr>
              <a:xfrm>
                <a:off x="4837175" y="1042416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C9472136-20A2-5A6C-6931-B0FC32B8C9EE}"/>
                  </a:ext>
                </a:extLst>
              </p:cNvPr>
              <p:cNvSpPr/>
              <p:nvPr/>
            </p:nvSpPr>
            <p:spPr>
              <a:xfrm>
                <a:off x="4837175" y="3105912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D6B5C14-4042-DA03-68B7-2046D1165FB9}"/>
              </a:ext>
            </a:extLst>
          </p:cNvPr>
          <p:cNvGrpSpPr/>
          <p:nvPr/>
        </p:nvGrpSpPr>
        <p:grpSpPr>
          <a:xfrm>
            <a:off x="4656000" y="7247476"/>
            <a:ext cx="2880000" cy="3197352"/>
            <a:chOff x="3954959" y="1042416"/>
            <a:chExt cx="2880000" cy="3197352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49FDC36-8C11-CD9B-E605-9E55AEDAFB4B}"/>
                </a:ext>
              </a:extLst>
            </p:cNvPr>
            <p:cNvSpPr/>
            <p:nvPr/>
          </p:nvSpPr>
          <p:spPr>
            <a:xfrm rot="18898155">
              <a:off x="3954959" y="1193472"/>
              <a:ext cx="2880000" cy="2880000"/>
            </a:xfrm>
            <a:custGeom>
              <a:avLst/>
              <a:gdLst>
                <a:gd name="csX0" fmla="*/ 2160000 w 2880000"/>
                <a:gd name="csY0" fmla="*/ 0 h 2880000"/>
                <a:gd name="csX1" fmla="*/ 2880000 w 2880000"/>
                <a:gd name="csY1" fmla="*/ 720000 h 2880000"/>
                <a:gd name="csX2" fmla="*/ 2160000 w 2880000"/>
                <a:gd name="csY2" fmla="*/ 1440000 h 2880000"/>
                <a:gd name="csX3" fmla="*/ 1972613 w 2880000"/>
                <a:gd name="csY3" fmla="*/ 1440000 h 2880000"/>
                <a:gd name="csX4" fmla="*/ 1440000 w 2880000"/>
                <a:gd name="csY4" fmla="*/ 1972613 h 2880000"/>
                <a:gd name="csX5" fmla="*/ 1440000 w 2880000"/>
                <a:gd name="csY5" fmla="*/ 2160000 h 2880000"/>
                <a:gd name="csX6" fmla="*/ 720000 w 2880000"/>
                <a:gd name="csY6" fmla="*/ 2880000 h 2880000"/>
                <a:gd name="csX7" fmla="*/ 0 w 2880000"/>
                <a:gd name="csY7" fmla="*/ 2160000 h 2880000"/>
                <a:gd name="csX8" fmla="*/ 720000 w 2880000"/>
                <a:gd name="csY8" fmla="*/ 1440000 h 2880000"/>
                <a:gd name="csX9" fmla="*/ 907387 w 2880000"/>
                <a:gd name="csY9" fmla="*/ 1440000 h 2880000"/>
                <a:gd name="csX10" fmla="*/ 1440000 w 2880000"/>
                <a:gd name="csY10" fmla="*/ 907387 h 2880000"/>
                <a:gd name="csX11" fmla="*/ 1440000 w 2880000"/>
                <a:gd name="csY11" fmla="*/ 720000 h 2880000"/>
                <a:gd name="csX12" fmla="*/ 2160000 w 2880000"/>
                <a:gd name="csY12" fmla="*/ 0 h 28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880000" h="2880000">
                  <a:moveTo>
                    <a:pt x="2160000" y="0"/>
                  </a:moveTo>
                  <a:cubicBezTo>
                    <a:pt x="2557645" y="0"/>
                    <a:pt x="2880000" y="322355"/>
                    <a:pt x="2880000" y="720000"/>
                  </a:cubicBezTo>
                  <a:cubicBezTo>
                    <a:pt x="2880000" y="1117645"/>
                    <a:pt x="2557645" y="1440000"/>
                    <a:pt x="2160000" y="1440000"/>
                  </a:cubicBezTo>
                  <a:lnTo>
                    <a:pt x="1972613" y="1440000"/>
                  </a:lnTo>
                  <a:cubicBezTo>
                    <a:pt x="1678459" y="1440000"/>
                    <a:pt x="1440000" y="1678459"/>
                    <a:pt x="1440000" y="1972613"/>
                  </a:cubicBezTo>
                  <a:lnTo>
                    <a:pt x="1440000" y="2160000"/>
                  </a:lnTo>
                  <a:cubicBezTo>
                    <a:pt x="1440000" y="2557645"/>
                    <a:pt x="1117645" y="2880000"/>
                    <a:pt x="720000" y="2880000"/>
                  </a:cubicBezTo>
                  <a:cubicBezTo>
                    <a:pt x="322355" y="2880000"/>
                    <a:pt x="0" y="2557645"/>
                    <a:pt x="0" y="2160000"/>
                  </a:cubicBezTo>
                  <a:cubicBezTo>
                    <a:pt x="0" y="1762355"/>
                    <a:pt x="322355" y="1440000"/>
                    <a:pt x="720000" y="1440000"/>
                  </a:cubicBezTo>
                  <a:lnTo>
                    <a:pt x="907387" y="1440000"/>
                  </a:lnTo>
                  <a:cubicBezTo>
                    <a:pt x="1201541" y="1440000"/>
                    <a:pt x="1440000" y="1201541"/>
                    <a:pt x="1440000" y="907387"/>
                  </a:cubicBezTo>
                  <a:lnTo>
                    <a:pt x="1440000" y="720000"/>
                  </a:lnTo>
                  <a:cubicBezTo>
                    <a:pt x="1440000" y="322355"/>
                    <a:pt x="1762355" y="0"/>
                    <a:pt x="216000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3A928263-C584-BBF2-F4E2-94176E296977}"/>
                </a:ext>
              </a:extLst>
            </p:cNvPr>
            <p:cNvGrpSpPr/>
            <p:nvPr/>
          </p:nvGrpSpPr>
          <p:grpSpPr>
            <a:xfrm>
              <a:off x="4837175" y="1042416"/>
              <a:ext cx="1115568" cy="3197352"/>
              <a:chOff x="4837175" y="1042416"/>
              <a:chExt cx="1115568" cy="3197352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7711C5BF-9951-C40F-9D2D-531817E43CAD}"/>
                  </a:ext>
                </a:extLst>
              </p:cNvPr>
              <p:cNvSpPr/>
              <p:nvPr/>
            </p:nvSpPr>
            <p:spPr>
              <a:xfrm>
                <a:off x="4837175" y="1042416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AA37D03-5E96-B5FF-BDEF-F3EC4A96F84B}"/>
                  </a:ext>
                </a:extLst>
              </p:cNvPr>
              <p:cNvSpPr/>
              <p:nvPr/>
            </p:nvSpPr>
            <p:spPr>
              <a:xfrm>
                <a:off x="4837175" y="3105912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5899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163F-5EE2-2F50-64C6-8D9867373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478EF100-B688-D6DF-1B5E-0A04109FFCF7}"/>
              </a:ext>
            </a:extLst>
          </p:cNvPr>
          <p:cNvGrpSpPr/>
          <p:nvPr/>
        </p:nvGrpSpPr>
        <p:grpSpPr>
          <a:xfrm rot="2715348">
            <a:off x="4253356" y="1260428"/>
            <a:ext cx="2880000" cy="3197352"/>
            <a:chOff x="3954959" y="1042416"/>
            <a:chExt cx="2880000" cy="3197352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C3537E9-29E0-953D-54D1-6066A836F51F}"/>
                </a:ext>
              </a:extLst>
            </p:cNvPr>
            <p:cNvSpPr/>
            <p:nvPr/>
          </p:nvSpPr>
          <p:spPr>
            <a:xfrm rot="18898155">
              <a:off x="3954959" y="1193472"/>
              <a:ext cx="2880000" cy="2880000"/>
            </a:xfrm>
            <a:custGeom>
              <a:avLst/>
              <a:gdLst>
                <a:gd name="csX0" fmla="*/ 2160000 w 2880000"/>
                <a:gd name="csY0" fmla="*/ 0 h 2880000"/>
                <a:gd name="csX1" fmla="*/ 2880000 w 2880000"/>
                <a:gd name="csY1" fmla="*/ 720000 h 2880000"/>
                <a:gd name="csX2" fmla="*/ 2160000 w 2880000"/>
                <a:gd name="csY2" fmla="*/ 1440000 h 2880000"/>
                <a:gd name="csX3" fmla="*/ 1972613 w 2880000"/>
                <a:gd name="csY3" fmla="*/ 1440000 h 2880000"/>
                <a:gd name="csX4" fmla="*/ 1440000 w 2880000"/>
                <a:gd name="csY4" fmla="*/ 1972613 h 2880000"/>
                <a:gd name="csX5" fmla="*/ 1440000 w 2880000"/>
                <a:gd name="csY5" fmla="*/ 2160000 h 2880000"/>
                <a:gd name="csX6" fmla="*/ 720000 w 2880000"/>
                <a:gd name="csY6" fmla="*/ 2880000 h 2880000"/>
                <a:gd name="csX7" fmla="*/ 0 w 2880000"/>
                <a:gd name="csY7" fmla="*/ 2160000 h 2880000"/>
                <a:gd name="csX8" fmla="*/ 720000 w 2880000"/>
                <a:gd name="csY8" fmla="*/ 1440000 h 2880000"/>
                <a:gd name="csX9" fmla="*/ 907387 w 2880000"/>
                <a:gd name="csY9" fmla="*/ 1440000 h 2880000"/>
                <a:gd name="csX10" fmla="*/ 1440000 w 2880000"/>
                <a:gd name="csY10" fmla="*/ 907387 h 2880000"/>
                <a:gd name="csX11" fmla="*/ 1440000 w 2880000"/>
                <a:gd name="csY11" fmla="*/ 720000 h 2880000"/>
                <a:gd name="csX12" fmla="*/ 2160000 w 2880000"/>
                <a:gd name="csY12" fmla="*/ 0 h 28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880000" h="2880000">
                  <a:moveTo>
                    <a:pt x="2160000" y="0"/>
                  </a:moveTo>
                  <a:cubicBezTo>
                    <a:pt x="2557645" y="0"/>
                    <a:pt x="2880000" y="322355"/>
                    <a:pt x="2880000" y="720000"/>
                  </a:cubicBezTo>
                  <a:cubicBezTo>
                    <a:pt x="2880000" y="1117645"/>
                    <a:pt x="2557645" y="1440000"/>
                    <a:pt x="2160000" y="1440000"/>
                  </a:cubicBezTo>
                  <a:lnTo>
                    <a:pt x="1972613" y="1440000"/>
                  </a:lnTo>
                  <a:cubicBezTo>
                    <a:pt x="1678459" y="1440000"/>
                    <a:pt x="1440000" y="1678459"/>
                    <a:pt x="1440000" y="1972613"/>
                  </a:cubicBezTo>
                  <a:lnTo>
                    <a:pt x="1440000" y="2160000"/>
                  </a:lnTo>
                  <a:cubicBezTo>
                    <a:pt x="1440000" y="2557645"/>
                    <a:pt x="1117645" y="2880000"/>
                    <a:pt x="720000" y="2880000"/>
                  </a:cubicBezTo>
                  <a:cubicBezTo>
                    <a:pt x="322355" y="2880000"/>
                    <a:pt x="0" y="2557645"/>
                    <a:pt x="0" y="2160000"/>
                  </a:cubicBezTo>
                  <a:cubicBezTo>
                    <a:pt x="0" y="1762355"/>
                    <a:pt x="322355" y="1440000"/>
                    <a:pt x="720000" y="1440000"/>
                  </a:cubicBezTo>
                  <a:lnTo>
                    <a:pt x="907387" y="1440000"/>
                  </a:lnTo>
                  <a:cubicBezTo>
                    <a:pt x="1201541" y="1440000"/>
                    <a:pt x="1440000" y="1201541"/>
                    <a:pt x="1440000" y="907387"/>
                  </a:cubicBezTo>
                  <a:lnTo>
                    <a:pt x="1440000" y="720000"/>
                  </a:lnTo>
                  <a:cubicBezTo>
                    <a:pt x="1440000" y="322355"/>
                    <a:pt x="1762355" y="0"/>
                    <a:pt x="216000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3EC202B-1907-5DD6-8023-D3060B8B46E6}"/>
                </a:ext>
              </a:extLst>
            </p:cNvPr>
            <p:cNvGrpSpPr/>
            <p:nvPr/>
          </p:nvGrpSpPr>
          <p:grpSpPr>
            <a:xfrm>
              <a:off x="4837175" y="1042416"/>
              <a:ext cx="1115568" cy="3197352"/>
              <a:chOff x="4837175" y="1042416"/>
              <a:chExt cx="1115568" cy="3197352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CFC1C8DA-CA85-B328-D102-ADF31972C9B0}"/>
                  </a:ext>
                </a:extLst>
              </p:cNvPr>
              <p:cNvSpPr/>
              <p:nvPr/>
            </p:nvSpPr>
            <p:spPr>
              <a:xfrm>
                <a:off x="4837175" y="1042416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083D227-EBCD-2D87-B486-F3CA5109C3C7}"/>
                  </a:ext>
                </a:extLst>
              </p:cNvPr>
              <p:cNvSpPr/>
              <p:nvPr/>
            </p:nvSpPr>
            <p:spPr>
              <a:xfrm>
                <a:off x="4837175" y="3105912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E8A479-2E0A-01BA-D96C-92B631D3EA40}"/>
              </a:ext>
            </a:extLst>
          </p:cNvPr>
          <p:cNvGrpSpPr/>
          <p:nvPr/>
        </p:nvGrpSpPr>
        <p:grpSpPr>
          <a:xfrm rot="18205697">
            <a:off x="2690051" y="1453752"/>
            <a:ext cx="2880000" cy="3197352"/>
            <a:chOff x="3954959" y="1042416"/>
            <a:chExt cx="2880000" cy="3197352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7598DC4-C4AD-0060-4DC0-4A980593D1C5}"/>
                </a:ext>
              </a:extLst>
            </p:cNvPr>
            <p:cNvSpPr/>
            <p:nvPr/>
          </p:nvSpPr>
          <p:spPr>
            <a:xfrm rot="18898155">
              <a:off x="3954959" y="1193472"/>
              <a:ext cx="2880000" cy="2880000"/>
            </a:xfrm>
            <a:custGeom>
              <a:avLst/>
              <a:gdLst>
                <a:gd name="csX0" fmla="*/ 2160000 w 2880000"/>
                <a:gd name="csY0" fmla="*/ 0 h 2880000"/>
                <a:gd name="csX1" fmla="*/ 2880000 w 2880000"/>
                <a:gd name="csY1" fmla="*/ 720000 h 2880000"/>
                <a:gd name="csX2" fmla="*/ 2160000 w 2880000"/>
                <a:gd name="csY2" fmla="*/ 1440000 h 2880000"/>
                <a:gd name="csX3" fmla="*/ 1972613 w 2880000"/>
                <a:gd name="csY3" fmla="*/ 1440000 h 2880000"/>
                <a:gd name="csX4" fmla="*/ 1440000 w 2880000"/>
                <a:gd name="csY4" fmla="*/ 1972613 h 2880000"/>
                <a:gd name="csX5" fmla="*/ 1440000 w 2880000"/>
                <a:gd name="csY5" fmla="*/ 2160000 h 2880000"/>
                <a:gd name="csX6" fmla="*/ 720000 w 2880000"/>
                <a:gd name="csY6" fmla="*/ 2880000 h 2880000"/>
                <a:gd name="csX7" fmla="*/ 0 w 2880000"/>
                <a:gd name="csY7" fmla="*/ 2160000 h 2880000"/>
                <a:gd name="csX8" fmla="*/ 720000 w 2880000"/>
                <a:gd name="csY8" fmla="*/ 1440000 h 2880000"/>
                <a:gd name="csX9" fmla="*/ 907387 w 2880000"/>
                <a:gd name="csY9" fmla="*/ 1440000 h 2880000"/>
                <a:gd name="csX10" fmla="*/ 1440000 w 2880000"/>
                <a:gd name="csY10" fmla="*/ 907387 h 2880000"/>
                <a:gd name="csX11" fmla="*/ 1440000 w 2880000"/>
                <a:gd name="csY11" fmla="*/ 720000 h 2880000"/>
                <a:gd name="csX12" fmla="*/ 2160000 w 2880000"/>
                <a:gd name="csY12" fmla="*/ 0 h 28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880000" h="2880000">
                  <a:moveTo>
                    <a:pt x="2160000" y="0"/>
                  </a:moveTo>
                  <a:cubicBezTo>
                    <a:pt x="2557645" y="0"/>
                    <a:pt x="2880000" y="322355"/>
                    <a:pt x="2880000" y="720000"/>
                  </a:cubicBezTo>
                  <a:cubicBezTo>
                    <a:pt x="2880000" y="1117645"/>
                    <a:pt x="2557645" y="1440000"/>
                    <a:pt x="2160000" y="1440000"/>
                  </a:cubicBezTo>
                  <a:lnTo>
                    <a:pt x="1972613" y="1440000"/>
                  </a:lnTo>
                  <a:cubicBezTo>
                    <a:pt x="1678459" y="1440000"/>
                    <a:pt x="1440000" y="1678459"/>
                    <a:pt x="1440000" y="1972613"/>
                  </a:cubicBezTo>
                  <a:lnTo>
                    <a:pt x="1440000" y="2160000"/>
                  </a:lnTo>
                  <a:cubicBezTo>
                    <a:pt x="1440000" y="2557645"/>
                    <a:pt x="1117645" y="2880000"/>
                    <a:pt x="720000" y="2880000"/>
                  </a:cubicBezTo>
                  <a:cubicBezTo>
                    <a:pt x="322355" y="2880000"/>
                    <a:pt x="0" y="2557645"/>
                    <a:pt x="0" y="2160000"/>
                  </a:cubicBezTo>
                  <a:cubicBezTo>
                    <a:pt x="0" y="1762355"/>
                    <a:pt x="322355" y="1440000"/>
                    <a:pt x="720000" y="1440000"/>
                  </a:cubicBezTo>
                  <a:lnTo>
                    <a:pt x="907387" y="1440000"/>
                  </a:lnTo>
                  <a:cubicBezTo>
                    <a:pt x="1201541" y="1440000"/>
                    <a:pt x="1440000" y="1201541"/>
                    <a:pt x="1440000" y="907387"/>
                  </a:cubicBezTo>
                  <a:lnTo>
                    <a:pt x="1440000" y="720000"/>
                  </a:lnTo>
                  <a:cubicBezTo>
                    <a:pt x="1440000" y="322355"/>
                    <a:pt x="1762355" y="0"/>
                    <a:pt x="216000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4C816CE-41B4-0DFB-7781-7CDC173ECCA0}"/>
                </a:ext>
              </a:extLst>
            </p:cNvPr>
            <p:cNvGrpSpPr/>
            <p:nvPr/>
          </p:nvGrpSpPr>
          <p:grpSpPr>
            <a:xfrm>
              <a:off x="4837175" y="1042416"/>
              <a:ext cx="1115568" cy="3197352"/>
              <a:chOff x="4837175" y="1042416"/>
              <a:chExt cx="1115568" cy="3197352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92236A7-B4AD-6C66-5777-7FCF49908016}"/>
                  </a:ext>
                </a:extLst>
              </p:cNvPr>
              <p:cNvSpPr/>
              <p:nvPr/>
            </p:nvSpPr>
            <p:spPr>
              <a:xfrm>
                <a:off x="4837175" y="1042416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00B392E-D79C-9D8A-3674-40D7E1E610AE}"/>
                  </a:ext>
                </a:extLst>
              </p:cNvPr>
              <p:cNvSpPr/>
              <p:nvPr/>
            </p:nvSpPr>
            <p:spPr>
              <a:xfrm>
                <a:off x="4837175" y="3105912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4A74656-DCE4-E5E1-BCA7-8E6C1F44BF9C}"/>
              </a:ext>
            </a:extLst>
          </p:cNvPr>
          <p:cNvGrpSpPr/>
          <p:nvPr/>
        </p:nvGrpSpPr>
        <p:grpSpPr>
          <a:xfrm rot="18205697">
            <a:off x="5869909" y="1080817"/>
            <a:ext cx="2880000" cy="3197352"/>
            <a:chOff x="3954959" y="1042416"/>
            <a:chExt cx="2880000" cy="3197352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9C1D0DE-7549-1FCA-CE87-9CD30B7F1B36}"/>
                </a:ext>
              </a:extLst>
            </p:cNvPr>
            <p:cNvSpPr/>
            <p:nvPr/>
          </p:nvSpPr>
          <p:spPr>
            <a:xfrm rot="18898155">
              <a:off x="3954959" y="1193472"/>
              <a:ext cx="2880000" cy="2880000"/>
            </a:xfrm>
            <a:custGeom>
              <a:avLst/>
              <a:gdLst>
                <a:gd name="csX0" fmla="*/ 2160000 w 2880000"/>
                <a:gd name="csY0" fmla="*/ 0 h 2880000"/>
                <a:gd name="csX1" fmla="*/ 2880000 w 2880000"/>
                <a:gd name="csY1" fmla="*/ 720000 h 2880000"/>
                <a:gd name="csX2" fmla="*/ 2160000 w 2880000"/>
                <a:gd name="csY2" fmla="*/ 1440000 h 2880000"/>
                <a:gd name="csX3" fmla="*/ 1972613 w 2880000"/>
                <a:gd name="csY3" fmla="*/ 1440000 h 2880000"/>
                <a:gd name="csX4" fmla="*/ 1440000 w 2880000"/>
                <a:gd name="csY4" fmla="*/ 1972613 h 2880000"/>
                <a:gd name="csX5" fmla="*/ 1440000 w 2880000"/>
                <a:gd name="csY5" fmla="*/ 2160000 h 2880000"/>
                <a:gd name="csX6" fmla="*/ 720000 w 2880000"/>
                <a:gd name="csY6" fmla="*/ 2880000 h 2880000"/>
                <a:gd name="csX7" fmla="*/ 0 w 2880000"/>
                <a:gd name="csY7" fmla="*/ 2160000 h 2880000"/>
                <a:gd name="csX8" fmla="*/ 720000 w 2880000"/>
                <a:gd name="csY8" fmla="*/ 1440000 h 2880000"/>
                <a:gd name="csX9" fmla="*/ 907387 w 2880000"/>
                <a:gd name="csY9" fmla="*/ 1440000 h 2880000"/>
                <a:gd name="csX10" fmla="*/ 1440000 w 2880000"/>
                <a:gd name="csY10" fmla="*/ 907387 h 2880000"/>
                <a:gd name="csX11" fmla="*/ 1440000 w 2880000"/>
                <a:gd name="csY11" fmla="*/ 720000 h 2880000"/>
                <a:gd name="csX12" fmla="*/ 2160000 w 2880000"/>
                <a:gd name="csY12" fmla="*/ 0 h 288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880000" h="2880000">
                  <a:moveTo>
                    <a:pt x="2160000" y="0"/>
                  </a:moveTo>
                  <a:cubicBezTo>
                    <a:pt x="2557645" y="0"/>
                    <a:pt x="2880000" y="322355"/>
                    <a:pt x="2880000" y="720000"/>
                  </a:cubicBezTo>
                  <a:cubicBezTo>
                    <a:pt x="2880000" y="1117645"/>
                    <a:pt x="2557645" y="1440000"/>
                    <a:pt x="2160000" y="1440000"/>
                  </a:cubicBezTo>
                  <a:lnTo>
                    <a:pt x="1972613" y="1440000"/>
                  </a:lnTo>
                  <a:cubicBezTo>
                    <a:pt x="1678459" y="1440000"/>
                    <a:pt x="1440000" y="1678459"/>
                    <a:pt x="1440000" y="1972613"/>
                  </a:cubicBezTo>
                  <a:lnTo>
                    <a:pt x="1440000" y="2160000"/>
                  </a:lnTo>
                  <a:cubicBezTo>
                    <a:pt x="1440000" y="2557645"/>
                    <a:pt x="1117645" y="2880000"/>
                    <a:pt x="720000" y="2880000"/>
                  </a:cubicBezTo>
                  <a:cubicBezTo>
                    <a:pt x="322355" y="2880000"/>
                    <a:pt x="0" y="2557645"/>
                    <a:pt x="0" y="2160000"/>
                  </a:cubicBezTo>
                  <a:cubicBezTo>
                    <a:pt x="0" y="1762355"/>
                    <a:pt x="322355" y="1440000"/>
                    <a:pt x="720000" y="1440000"/>
                  </a:cubicBezTo>
                  <a:lnTo>
                    <a:pt x="907387" y="1440000"/>
                  </a:lnTo>
                  <a:cubicBezTo>
                    <a:pt x="1201541" y="1440000"/>
                    <a:pt x="1440000" y="1201541"/>
                    <a:pt x="1440000" y="907387"/>
                  </a:cubicBezTo>
                  <a:lnTo>
                    <a:pt x="1440000" y="720000"/>
                  </a:lnTo>
                  <a:cubicBezTo>
                    <a:pt x="1440000" y="322355"/>
                    <a:pt x="1762355" y="0"/>
                    <a:pt x="2160000" y="0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BEDC6DA-09BD-6558-9B88-07F631D779B7}"/>
                </a:ext>
              </a:extLst>
            </p:cNvPr>
            <p:cNvGrpSpPr/>
            <p:nvPr/>
          </p:nvGrpSpPr>
          <p:grpSpPr>
            <a:xfrm>
              <a:off x="4837175" y="1042416"/>
              <a:ext cx="1115568" cy="3197352"/>
              <a:chOff x="4837175" y="1042416"/>
              <a:chExt cx="1115568" cy="3197352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463A8014-88A6-02D7-80FE-64C0582557A4}"/>
                  </a:ext>
                </a:extLst>
              </p:cNvPr>
              <p:cNvSpPr/>
              <p:nvPr/>
            </p:nvSpPr>
            <p:spPr>
              <a:xfrm>
                <a:off x="4837175" y="1042416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66FC506-77C6-4612-F3E0-4E0A43C6388D}"/>
                  </a:ext>
                </a:extLst>
              </p:cNvPr>
              <p:cNvSpPr/>
              <p:nvPr/>
            </p:nvSpPr>
            <p:spPr>
              <a:xfrm>
                <a:off x="4837175" y="3105912"/>
                <a:ext cx="1115568" cy="113385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effectLst>
                <a:innerShdw blurRad="114300">
                  <a:prstClr val="black"/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391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annasera462@gmail.com</dc:creator>
  <cp:lastModifiedBy>annasera462@gmail.com</cp:lastModifiedBy>
  <cp:revision>1</cp:revision>
  <dcterms:created xsi:type="dcterms:W3CDTF">2026-08-13T12:22:24Z</dcterms:created>
  <dcterms:modified xsi:type="dcterms:W3CDTF">2026-08-13T12:23:49Z</dcterms:modified>
</cp:coreProperties>
</file>