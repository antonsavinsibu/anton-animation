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184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62B37-6C8D-FD09-1567-4DC9EC0A66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76129A-5E7B-9800-CD22-390C0E75EA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7E1E1-99D9-1C27-6CC0-8A599CA70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B6A8C-3078-4DED-A0C9-255573FB1A4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38236-8EA4-1ACB-2EFF-91C0DB705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0E3266-1B71-4B4F-AECC-9A2EAD965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5DE54-0C2F-4437-9679-D697E4CC2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8433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622D4-66BF-0249-6561-2C9038625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94CBC-60C0-2CC3-13BA-1CCB290B2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7C7655-2C03-15B3-3B5D-905DB154F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B6A8C-3078-4DED-A0C9-255573FB1A4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A5EA1D-BA9C-BDAE-3C5E-2586DB97A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9E29B-33C8-8BB7-4A21-F4701B23E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5DE54-0C2F-4437-9679-D697E4CC2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6181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52566-B68C-550C-005C-DC0A83EC4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C565CE-ADD2-0CF2-DF8E-CAA1D5B03D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A184A-DCD5-A789-9CB0-BF013EBF8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B6A8C-3078-4DED-A0C9-255573FB1A4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2B68E-7204-DA49-A8AA-BD4DDCD18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45541-F678-141C-A1A2-28A6A1DFD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5DE54-0C2F-4437-9679-D697E4CC2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5574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1EC1D-777C-DF62-E789-65F6A4876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E1443-A7C5-FD68-1BF7-9379DF8CC1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6B739E-5967-B619-8003-88D0111934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F4AC54-0DDE-B0DC-D6FF-AC260CA92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B6A8C-3078-4DED-A0C9-255573FB1A4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5863D4-00F2-0612-B049-5F9B68F60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33EB09-1794-59EF-042B-35DA9E680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5DE54-0C2F-4437-9679-D697E4CC2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2682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B7916-88BF-36BD-EFA9-15ED44437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BDCB9B-7F34-38D3-2281-1ACAE52F6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5245DF-126D-A4B7-A51D-239F2730B2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BDE95B-B723-9E2F-F6A8-3FB62D34C3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4CD64E-A315-CDEA-A3BE-DE527774DA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B425CB-DB30-F4E8-B3F5-06587359E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B6A8C-3078-4DED-A0C9-255573FB1A4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6478FF-4707-9A58-2FF7-4754461E8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443514-AB98-B03E-4A7F-FF5477F7F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5DE54-0C2F-4437-9679-D697E4CC2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2562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49BAF-52FF-DAF5-5933-0DF9D0A94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919C78-517F-1F34-33DF-00410D0F2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B6A8C-3078-4DED-A0C9-255573FB1A4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BD717A-6759-6754-8D54-D3F8F53A2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DA7EA-0F60-218D-88BF-6D34AC6A3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5DE54-0C2F-4437-9679-D697E4CC2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0098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77F94B-B676-E1DD-08CE-F73662080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B6A8C-3078-4DED-A0C9-255573FB1A4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33DFE1-4F6A-F9FD-944A-E90A9466E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3169EC-EEBC-B090-CD6A-626EC1796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5DE54-0C2F-4437-9679-D697E4CC2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6490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DC2BE-EBCE-2515-64F5-C8204120F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39638-C6E0-415B-24A2-F880FFDEF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75D6A7-B6C4-A362-F602-241788AAEF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6D6365-35C6-BD02-140A-8FED2CBC0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B6A8C-3078-4DED-A0C9-255573FB1A4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CCC514-5310-9AFB-56F6-6DE462470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099876-1FE8-EE63-1B77-19818619A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5DE54-0C2F-4437-9679-D697E4CC2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3182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393BA-E006-8E7E-A301-CB6EFF0D8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6A3BD6-C995-1EC5-FC4D-57FC647213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188F84-19FF-A953-D769-DA4F6B4C49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E1FB21-FB72-6B2B-CCC0-9C625FBA5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B6A8C-3078-4DED-A0C9-255573FB1A4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111594-5C09-D45E-04B4-EB1D60D4E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589C35-615F-857A-40E3-657053729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5DE54-0C2F-4437-9679-D697E4CC2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3663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5208D-5A84-1D96-159E-3BA8001E5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12BF99-11BD-A3C3-7561-0371F528B8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0068E-2783-1F20-E165-0E9CC1EB8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B6A8C-3078-4DED-A0C9-255573FB1A4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C54527-1F44-1934-7514-172F42F80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715168-AC73-5050-2E14-17B0EDC66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5DE54-0C2F-4437-9679-D697E4CC2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0032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0E5EDB-1445-48BD-7477-C676FDB3F2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6EACA3-B173-73F6-243D-6ADA9B9814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72845D-DDEA-B6CA-CB11-9387DAD49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B6A8C-3078-4DED-A0C9-255573FB1A4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585673-A283-F60D-B126-8C4C34F23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11E77-64A8-FD38-8E5D-7FBF0C2EA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5DE54-0C2F-4437-9679-D697E4CC2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5089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95DB3B-C7DC-E36F-F221-6BB7EFEFC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F2B899-4D45-26EB-C102-C8FD3F9462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33D93-72BB-CE0E-FB06-9E1774F7E4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1B6A8C-3078-4DED-A0C9-255573FB1A48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A304D-BC54-1D82-1FAF-F2D40F8D4E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757E3-00D0-5F70-645A-69718B9630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95DE54-0C2F-4437-9679-D697E4CC2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9346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943A3C-8EBF-202D-65F5-3B1F73C32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5ABD721-8F6D-A727-005F-850DE702A668}"/>
              </a:ext>
            </a:extLst>
          </p:cNvPr>
          <p:cNvSpPr txBox="1"/>
          <p:nvPr/>
        </p:nvSpPr>
        <p:spPr>
          <a:xfrm>
            <a:off x="694944" y="338328"/>
            <a:ext cx="416966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0" dirty="0">
                <a:solidFill>
                  <a:schemeClr val="bg1"/>
                </a:solidFill>
              </a:rPr>
              <a:t>TITLE</a:t>
            </a:r>
            <a:endParaRPr lang="en-IN" sz="14000" dirty="0">
              <a:solidFill>
                <a:schemeClr val="bg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F665DA3-7320-90A9-273A-055C450CDE1B}"/>
              </a:ext>
            </a:extLst>
          </p:cNvPr>
          <p:cNvSpPr/>
          <p:nvPr/>
        </p:nvSpPr>
        <p:spPr>
          <a:xfrm>
            <a:off x="384566" y="2947836"/>
            <a:ext cx="4934857" cy="3520440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B312D4-4E8B-FF5C-E0B5-E4DBF8923DE6}"/>
              </a:ext>
            </a:extLst>
          </p:cNvPr>
          <p:cNvSpPr txBox="1"/>
          <p:nvPr/>
        </p:nvSpPr>
        <p:spPr>
          <a:xfrm>
            <a:off x="2832652" y="3166808"/>
            <a:ext cx="62377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dirty="0"/>
              <a:t>02</a:t>
            </a:r>
            <a:endParaRPr lang="en-IN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DA57CD-1CE1-7DFA-56CD-AC9AC9D37D6A}"/>
              </a:ext>
            </a:extLst>
          </p:cNvPr>
          <p:cNvSpPr txBox="1"/>
          <p:nvPr/>
        </p:nvSpPr>
        <p:spPr>
          <a:xfrm>
            <a:off x="2382867" y="3059668"/>
            <a:ext cx="7101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01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2326855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8060DFC-D3EF-96DD-1B59-F4E327D4A381}"/>
              </a:ext>
            </a:extLst>
          </p:cNvPr>
          <p:cNvSpPr/>
          <p:nvPr/>
        </p:nvSpPr>
        <p:spPr>
          <a:xfrm>
            <a:off x="6872577" y="2947836"/>
            <a:ext cx="4934857" cy="352044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FFF10D-5DEF-4A0A-FA8B-8021F4755162}"/>
              </a:ext>
            </a:extLst>
          </p:cNvPr>
          <p:cNvSpPr txBox="1"/>
          <p:nvPr/>
        </p:nvSpPr>
        <p:spPr>
          <a:xfrm>
            <a:off x="694944" y="338328"/>
            <a:ext cx="416966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0" dirty="0">
                <a:solidFill>
                  <a:schemeClr val="bg1"/>
                </a:solidFill>
              </a:rPr>
              <a:t>TITLE</a:t>
            </a:r>
            <a:endParaRPr lang="en-IN" sz="140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4CAFC5-4A71-5F51-DC34-CAB2D39F12E9}"/>
              </a:ext>
            </a:extLst>
          </p:cNvPr>
          <p:cNvSpPr txBox="1"/>
          <p:nvPr/>
        </p:nvSpPr>
        <p:spPr>
          <a:xfrm>
            <a:off x="9032869" y="2947836"/>
            <a:ext cx="6142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02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7698858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5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annasera462@gmail.com</dc:creator>
  <cp:lastModifiedBy>annasera462@gmail.com</cp:lastModifiedBy>
  <cp:revision>3</cp:revision>
  <dcterms:created xsi:type="dcterms:W3CDTF">2026-08-13T12:57:00Z</dcterms:created>
  <dcterms:modified xsi:type="dcterms:W3CDTF">2026-08-18T15:18:20Z</dcterms:modified>
</cp:coreProperties>
</file>